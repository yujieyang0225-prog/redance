
<file path=[Content_Types].xml><?xml version="1.0" encoding="utf-8"?>
<Types xmlns="http://schemas.openxmlformats.org/package/2006/content-types">
  <Default Extension="xml" ContentType="application/vnd.openxmlformats-package.core-properties+xml"/>
  <Default Extension="dat" ContentType="application/x-fontdata"/>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698bae253cdd469a" /><Relationship Type="http://schemas.openxmlformats.org/officeDocument/2006/relationships/extended-properties" Target="/docProps/app.xml" Id="Rd70c852a8ffb468c" /><Relationship Type="http://schemas.openxmlformats.org/officeDocument/2006/relationships/officeDocument" Target="/ppt/presentation.xml" Id="R822ecbaed6f5446e" /></Relationships>
</file>

<file path=ppt/presentation.xml><?xml version="1.0" encoding="utf-8"?>
<p:presentation xmlns:p="http://schemas.openxmlformats.org/presentationml/2006/main" embedTrueTypeFonts="1" saveSubsetFonts="0">
  <p:sldMasterIdLst>
    <p:sldMasterId xmlns:r="http://schemas.openxmlformats.org/officeDocument/2006/relationships" id="2147483648" r:id="R810b50240674474a"/>
  </p:sldMasterIdLst>
  <p:notesMasterIdLst>
    <p:notesMasterId xmlns:r="http://schemas.openxmlformats.org/officeDocument/2006/relationships" r:id="R640fd79968f6483b"/>
  </p:notesMasterIdLst>
  <p:sldIdLst>
    <p:sldId xmlns:r="http://schemas.openxmlformats.org/officeDocument/2006/relationships" id="256" r:id="Rfa0d456adbc14770"/>
    <p:sldId xmlns:r="http://schemas.openxmlformats.org/officeDocument/2006/relationships" id="257" r:id="Rc465c12e721b4fa2"/>
    <p:sldId xmlns:r="http://schemas.openxmlformats.org/officeDocument/2006/relationships" id="258" r:id="R50b41885e4394875"/>
    <p:sldId xmlns:r="http://schemas.openxmlformats.org/officeDocument/2006/relationships" id="259" r:id="R228f1476ffcd489a"/>
    <p:sldId xmlns:r="http://schemas.openxmlformats.org/officeDocument/2006/relationships" id="260" r:id="Re2de8918deeb440c"/>
  </p:sldIdLst>
  <p:sldSz cx="9144000" cy="5143500"/>
  <p:notesSz cx="6858000" cy="9144000"/>
  <p:embeddedFontLst>
    <p:embeddedFont>
      <p:font typeface="Roboto"/>
      <p:regular xmlns:r="http://schemas.openxmlformats.org/officeDocument/2006/relationships" r:id="Rba7d4ff75ecf41e2"/>
      <p:bold xmlns:r="http://schemas.openxmlformats.org/officeDocument/2006/relationships" r:id="R20a76300554c4515"/>
      <p:italic xmlns:r="http://schemas.openxmlformats.org/officeDocument/2006/relationships" r:id="R168c0fc87bab4b16"/>
      <p:boldItalic xmlns:r="http://schemas.openxmlformats.org/officeDocument/2006/relationships" r:id="Rc443b870a1894549"/>
    </p:embeddedFont>
    <p:embeddedFont>
      <p:font typeface="Merriweather"/>
      <p:regular xmlns:r="http://schemas.openxmlformats.org/officeDocument/2006/relationships" r:id="R29e18c278df94b62"/>
      <p:bold xmlns:r="http://schemas.openxmlformats.org/officeDocument/2006/relationships" r:id="R96b306540cda4e9e"/>
      <p:italic xmlns:r="http://schemas.openxmlformats.org/officeDocument/2006/relationships" r:id="Re0ed7055b6734fd2"/>
      <p:boldItalic xmlns:r="http://schemas.openxmlformats.org/officeDocument/2006/relationships" r:id="R1699dd93382c477b"/>
    </p:embeddedFont>
  </p:embeddedFontLst>
  <p:defaultTextStyle>
    <a:defPPr xmlns:a="http://schemas.openxmlformats.org/drawingml/2006/main">
      <a:defRPr lang="en-US"/>
    </a:defPPr>
    <a:lvl1pPr xmlns:a="http://schemas.openxmlformats.org/drawingml/2006/main" marL="0" indent="0" algn="l" defTabSz="914400">
      <a:defRPr sz="1800" kern="1200">
        <a:solidFill>
          <a:schemeClr val="tx1"/>
        </a:solidFill>
        <a:latin typeface="+mn-lt"/>
        <a:ea typeface="+mn-ea"/>
        <a:cs typeface="+mn-cs"/>
      </a:defRPr>
    </a:lvl1pPr>
    <a:lvl2pPr xmlns:a="http://schemas.openxmlformats.org/drawingml/2006/main" marL="457200" indent="0" algn="l" defTabSz="914400">
      <a:defRPr sz="1800" kern="1200">
        <a:solidFill>
          <a:schemeClr val="tx1"/>
        </a:solidFill>
        <a:latin typeface="+mn-lt"/>
        <a:ea typeface="+mn-ea"/>
        <a:cs typeface="+mn-cs"/>
      </a:defRPr>
    </a:lvl2pPr>
    <a:lvl3pPr xmlns:a="http://schemas.openxmlformats.org/drawingml/2006/main" marL="914400" indent="0" algn="l" defTabSz="914400">
      <a:defRPr sz="1800" kern="1200">
        <a:solidFill>
          <a:schemeClr val="tx1"/>
        </a:solidFill>
        <a:latin typeface="+mn-lt"/>
        <a:ea typeface="+mn-ea"/>
        <a:cs typeface="+mn-cs"/>
      </a:defRPr>
    </a:lvl3pPr>
    <a:lvl4pPr xmlns:a="http://schemas.openxmlformats.org/drawingml/2006/main" marL="1371600" indent="0" algn="l" defTabSz="914400">
      <a:defRPr sz="1800" kern="1200">
        <a:solidFill>
          <a:schemeClr val="tx1"/>
        </a:solidFill>
        <a:latin typeface="+mn-lt"/>
        <a:ea typeface="+mn-ea"/>
        <a:cs typeface="+mn-cs"/>
      </a:defRPr>
    </a:lvl4pPr>
    <a:lvl5pPr xmlns:a="http://schemas.openxmlformats.org/drawingml/2006/main" marL="1828800" indent="0" algn="l" defTabSz="914400">
      <a:defRPr sz="1800" kern="1200">
        <a:solidFill>
          <a:schemeClr val="tx1"/>
        </a:solidFill>
        <a:latin typeface="+mn-lt"/>
        <a:ea typeface="+mn-ea"/>
        <a:cs typeface="+mn-cs"/>
      </a:defRPr>
    </a:lvl5pPr>
    <a:lvl6pPr xmlns:a="http://schemas.openxmlformats.org/drawingml/2006/main" marL="2286000" indent="0" algn="l" defTabSz="914400">
      <a:defRPr sz="1800" kern="1200">
        <a:solidFill>
          <a:schemeClr val="tx1"/>
        </a:solidFill>
        <a:latin typeface="+mn-lt"/>
        <a:ea typeface="+mn-ea"/>
        <a:cs typeface="+mn-cs"/>
      </a:defRPr>
    </a:lvl6pPr>
    <a:lvl7pPr xmlns:a="http://schemas.openxmlformats.org/drawingml/2006/main" marL="2743200" indent="0" algn="l" defTabSz="914400">
      <a:defRPr sz="1800" kern="1200">
        <a:solidFill>
          <a:schemeClr val="tx1"/>
        </a:solidFill>
        <a:latin typeface="+mn-lt"/>
        <a:ea typeface="+mn-ea"/>
        <a:cs typeface="+mn-cs"/>
      </a:defRPr>
    </a:lvl7pPr>
    <a:lvl8pPr xmlns:a="http://schemas.openxmlformats.org/drawingml/2006/main" marL="3200400" indent="0" algn="l" defTabSz="914400">
      <a:defRPr sz="1800" kern="1200">
        <a:solidFill>
          <a:schemeClr val="tx1"/>
        </a:solidFill>
        <a:latin typeface="+mn-lt"/>
        <a:ea typeface="+mn-ea"/>
        <a:cs typeface="+mn-cs"/>
      </a:defRPr>
    </a:lvl8pPr>
    <a:lvl9pPr xmlns:a="http://schemas.openxmlformats.org/drawingml/2006/main" marL="3657600" indent="0" algn="l" defTabSz="914400">
      <a:defRPr sz="1800" kern="1200">
        <a:solidFill>
          <a:schemeClr val="tx1"/>
        </a:solidFill>
        <a:latin typeface="+mn-lt"/>
        <a:ea typeface="+mn-ea"/>
        <a:cs typeface="+mn-cs"/>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xmlns:r="http://schemas.openxmlformats.org/officeDocument/2006/relationships" def="{855F0A35-0313-404A-8E25-D703610F22B9}">
  <a:tblStyle styleId="{855F0A35-0313-404A-8E25-D703610F22B9}"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p="http://schemas.openxmlformats.org/presentationml/2006/main">
  <p:slideViewPr>
    <p:cSldViewPr snapToGrid="0">
      <p:cViewPr>
        <p:scale>
          <a:sx xmlns:a="http://schemas.openxmlformats.org/drawingml/2006/main" n="1" d="1"/>
          <a:sy xmlns:a="http://schemas.openxmlformats.org/drawingml/2006/main" n="1" d="1"/>
        </p:scale>
        <p:origin x="0" y="0"/>
      </p:cViewPr>
      <p:guideLst/>
    </p:cSldViewPr>
  </p:slideViewPr>
</p:viewPr>
</file>

<file path=ppt/_rels/presentation.xml.rels>&#65279;<?xml version="1.0" encoding="utf-8"?><Relationships xmlns="http://schemas.openxmlformats.org/package/2006/relationships"><Relationship Type="http://schemas.openxmlformats.org/officeDocument/2006/relationships/theme" Target="/ppt/theme/theme1.xml" Id="R6454f443274b4ba8" /><Relationship Type="http://schemas.openxmlformats.org/officeDocument/2006/relationships/slideMaster" Target="/ppt/slideMasters/slideMaster1.xml" Id="R810b50240674474a" /><Relationship Type="http://schemas.openxmlformats.org/officeDocument/2006/relationships/notesMaster" Target="/ppt/notesMasters/notesMaster1.xml" Id="R640fd79968f6483b" /><Relationship Type="http://schemas.openxmlformats.org/officeDocument/2006/relationships/presProps" Target="/ppt/presProps.xml" Id="Rc7fd774e34f143ca" /><Relationship Type="http://schemas.openxmlformats.org/officeDocument/2006/relationships/viewProps" Target="/ppt/viewProps.xml" Id="R9c3d565d95d14958" /><Relationship Type="http://schemas.openxmlformats.org/officeDocument/2006/relationships/tableStyles" Target="/ppt/tableStyles.xml" Id="Rdeb696ce92a245bd" /><Relationship Type="http://schemas.openxmlformats.org/officeDocument/2006/relationships/font" Target="/ppt/fonts/font.dat" Id="Rba7d4ff75ecf41e2" /><Relationship Type="http://schemas.openxmlformats.org/officeDocument/2006/relationships/font" Target="/ppt/fonts/font2.dat" Id="R20a76300554c4515" /><Relationship Type="http://schemas.openxmlformats.org/officeDocument/2006/relationships/font" Target="/ppt/fonts/font3.dat" Id="R168c0fc87bab4b16" /><Relationship Type="http://schemas.openxmlformats.org/officeDocument/2006/relationships/font" Target="/ppt/fonts/font4.dat" Id="Rc443b870a1894549" /><Relationship Type="http://schemas.openxmlformats.org/officeDocument/2006/relationships/font" Target="/ppt/fonts/font5.dat" Id="R29e18c278df94b62" /><Relationship Type="http://schemas.openxmlformats.org/officeDocument/2006/relationships/font" Target="/ppt/fonts/font6.dat" Id="R96b306540cda4e9e" /><Relationship Type="http://schemas.openxmlformats.org/officeDocument/2006/relationships/font" Target="/ppt/fonts/font7.dat" Id="Re0ed7055b6734fd2" /><Relationship Type="http://schemas.openxmlformats.org/officeDocument/2006/relationships/font" Target="/ppt/fonts/font8.dat" Id="R1699dd93382c477b" /><Relationship Type="http://schemas.openxmlformats.org/officeDocument/2006/relationships/slide" Target="/ppt/slides/slide1.xml" Id="Rfa0d456adbc14770" /><Relationship Type="http://schemas.openxmlformats.org/officeDocument/2006/relationships/slide" Target="/ppt/slides/slide2.xml" Id="Rc465c12e721b4fa2" /><Relationship Type="http://schemas.openxmlformats.org/officeDocument/2006/relationships/slide" Target="/ppt/slides/slide3.xml" Id="R50b41885e4394875" /><Relationship Type="http://schemas.openxmlformats.org/officeDocument/2006/relationships/slide" Target="/ppt/slides/slide4.xml" Id="R228f1476ffcd489a" /><Relationship Type="http://schemas.openxmlformats.org/officeDocument/2006/relationships/slide" Target="/ppt/slides/slide5.xml" Id="Re2de8918deeb440c"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784ca05c99cb47ea"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dk2" tx2="lt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Paradigm">
  <a:themeElements>
    <a:clrScheme name="Paradigm">
      <a:dk1>
        <a:srgbClr val="31394D"/>
      </a:dk1>
      <a:lt1>
        <a:srgbClr val="FFFFFF"/>
      </a:lt1>
      <a:dk2>
        <a:srgbClr val="666666"/>
      </a:dk2>
      <a:lt2>
        <a:srgbClr val="626B73"/>
      </a:lt2>
      <a:accent1>
        <a:srgbClr val="002F4A"/>
      </a:accent1>
      <a:accent2>
        <a:srgbClr val="D9C4B1"/>
      </a:accent2>
      <a:accent3>
        <a:srgbClr val="EDE3DA"/>
      </a:accent3>
      <a:accent4>
        <a:srgbClr val="B85741"/>
      </a:accent4>
      <a:accent5>
        <a:srgbClr val="009384"/>
      </a:accent5>
      <a:accent6>
        <a:srgbClr val="D0F6FF"/>
      </a:accent6>
      <a:hlink>
        <a:srgbClr val="009384"/>
      </a:hlink>
      <a:folHlink>
        <a:srgbClr val="009384"/>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Paradigm">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30e6adb3fefe4bad" /><Relationship Type="http://schemas.openxmlformats.org/officeDocument/2006/relationships/notesMaster" Target="/ppt/notesMasters/notesMaster1.xml" Id="R4e8bfc460dee4a12" /></Relationships>
</file>

<file path=ppt/notesSlides/_rels/notesSlide2.xml.rels>&#65279;<?xml version="1.0" encoding="utf-8"?><Relationships xmlns="http://schemas.openxmlformats.org/package/2006/relationships"><Relationship Type="http://schemas.openxmlformats.org/officeDocument/2006/relationships/slide" Target="/ppt/slides/slide2.xml" Id="Ree52519f67014ad4" /><Relationship Type="http://schemas.openxmlformats.org/officeDocument/2006/relationships/notesMaster" Target="/ppt/notesMasters/notesMaster1.xml" Id="R83d7753f085b4eda" /></Relationships>
</file>

<file path=ppt/notesSlides/_rels/notesSlide3.xml.rels>&#65279;<?xml version="1.0" encoding="utf-8"?><Relationships xmlns="http://schemas.openxmlformats.org/package/2006/relationships"><Relationship Type="http://schemas.openxmlformats.org/officeDocument/2006/relationships/slide" Target="/ppt/slides/slide3.xml" Id="Ref14d1fdb46f489d" /><Relationship Type="http://schemas.openxmlformats.org/officeDocument/2006/relationships/notesMaster" Target="/ppt/notesMasters/notesMaster1.xml" Id="R5e15d3dbd87b4f62" /></Relationships>
</file>

<file path=ppt/notesSlides/_rels/notesSlide4.xml.rels>&#65279;<?xml version="1.0" encoding="utf-8"?><Relationships xmlns="http://schemas.openxmlformats.org/package/2006/relationships"><Relationship Type="http://schemas.openxmlformats.org/officeDocument/2006/relationships/slide" Target="/ppt/slides/slide4.xml" Id="Rf150b131b1354c8e" /><Relationship Type="http://schemas.openxmlformats.org/officeDocument/2006/relationships/notesMaster" Target="/ppt/notesMasters/notesMaster1.xml" Id="R6ff47ad5413b4041" /></Relationships>
</file>

<file path=ppt/notesSlides/_rels/notesSlide5.xml.rels>&#65279;<?xml version="1.0" encoding="utf-8"?><Relationships xmlns="http://schemas.openxmlformats.org/package/2006/relationships"><Relationship Type="http://schemas.openxmlformats.org/officeDocument/2006/relationships/slide" Target="/ppt/slides/slide5.xml" Id="Raef5e5b4c2854e62" /><Relationship Type="http://schemas.openxmlformats.org/officeDocument/2006/relationships/notesMaster" Target="/ppt/notesMasters/notesMaster1.xml" Id="R89953ad0ad374c88"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indent="0" algn="l">
              <a:spcBef>
                <a:spcPts val="0"/>
              </a:spcBef>
              <a:spcAft>
                <a:spcPts val="0"/>
              </a:spcAft>
              <a:buNone/>
            </a:pPr>
            <a:r>
              <a:t>Software connects the sensing hardware to two users: the patient during training and the physiotherapist after the session.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indent="0" algn="l">
              <a:lnSpc>
                <a:spcPct val="115000"/>
              </a:lnSpc>
              <a:spcBef>
                <a:spcPts val="0"/>
              </a:spcBef>
              <a:spcAft>
                <a:spcPts val="0"/>
              </a:spcAft>
              <a:buClr>
                <a:schemeClr val="dk1"/>
              </a:buClr>
              <a:buSzPts val="1100"/>
              <a:buFont typeface="Arial"/>
              <a:buNone/>
            </a:pPr>
            <a:r>
              <a:rPr sz="1300" b="1">
                <a:solidFill>
                  <a:schemeClr val="dk1"/>
                </a:solidFill>
              </a:rPr>
              <a:t>The same processing core supports both modes. Four required IMUs are validated and calibrated. The baseline is the component-wise median vector, not the mean. The mapped movements then drive live feedback and are saved for replay.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indent="0" algn="l">
              <a:lnSpc>
                <a:spcPct val="115000"/>
              </a:lnSpc>
              <a:spcBef>
                <a:spcPts val="0"/>
              </a:spcBef>
              <a:spcAft>
                <a:spcPts val="0"/>
              </a:spcAft>
              <a:buClr>
                <a:schemeClr val="dk1"/>
              </a:buClr>
              <a:buSzPts val="1100"/>
              <a:buFont typeface="Arial"/>
              <a:buNone/>
            </a:pPr>
            <a:r>
              <a:rPr sz="1300" b="1">
                <a:solidFill>
                  <a:schemeClr val="dk1"/>
                </a:solidFill>
              </a:rPr>
              <a:t>Incomplete samples are rejected first. Calibration uses _median_vector to reduce the influence of brief motion or spikes. EMA smoothing and hysteresis stabilize lean, leg lift and turn features. The classifier selects one dominant action and applies debounce before logging raw and derived data.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indent="0" algn="l">
              <a:spcBef>
                <a:spcPts val="0"/>
              </a:spcBef>
              <a:spcAft>
                <a:spcPts val="0"/>
              </a:spcAft>
              <a:buNone/>
            </a:pPr>
            <a:r>
              <a:t>In live mode, the patient controls the routine with the sensors. The interface keeps feedback simple: current exercise, instruction video, thresholds, score, progress and reward feedback. Recalibration is available when the neutral posture changes.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indent="0" algn="l">
              <a:spcBef>
                <a:spcPts val="0"/>
              </a:spcBef>
              <a:spcAft>
                <a:spcPts val="0"/>
              </a:spcAft>
              <a:buNone/>
            </a:pPr>
            <a:r>
              <a:t>The recorded session can be replayed for the physiotherapist. The current implementation already provides samples.csv, events.csv and detailed IMU-derived plots. This supports a richer offline interface, but the complete clinical replay UI is future integration work.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57e23899c82d4627"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0e04f4beee6c4c86"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3bd960cbcf084c07"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2903435049d74e44"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48778f7ece834a42"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0a352429abc04414" /></Relationships>
</file>

<file path=ppt/slideLayouts/_rels/slideLayout7.xml.rels>&#65279;<?xml version="1.0" encoding="utf-8"?><Relationships xmlns="http://schemas.openxmlformats.org/package/2006/relationships"><Relationship Type="http://schemas.openxmlformats.org/officeDocument/2006/relationships/slideMaster" Target="/ppt/slideMasters/slideMaster1.xml" Id="Rb139c42d12ca4675" /></Relationships>
</file>

<file path=ppt/slideLayouts/_rels/slideLayout8.xml.rels>&#65279;<?xml version="1.0" encoding="utf-8"?><Relationships xmlns="http://schemas.openxmlformats.org/package/2006/relationships"><Relationship Type="http://schemas.openxmlformats.org/officeDocument/2006/relationships/slideMaster" Target="/ppt/slideMasters/slideMaster1.xml" Id="Rbd3b267fa4e541bc" /></Relationships>
</file>

<file path=ppt/slideLayouts/_rels/slideLayout9.xml.rels>&#65279;<?xml version="1.0" encoding="utf-8"?><Relationships xmlns="http://schemas.openxmlformats.org/package/2006/relationships"><Relationship Type="http://schemas.openxmlformats.org/officeDocument/2006/relationships/slideMaster" Target="/ppt/slideMasters/slideMaster1.xml" Id="Rc62e4868a43f4012" /></Relationships>
</file>

<file path=ppt/slideLayouts/_rels/slideLayout10.xml.rels>&#65279;<?xml version="1.0" encoding="utf-8"?><Relationships xmlns="http://schemas.openxmlformats.org/package/2006/relationships"><Relationship Type="http://schemas.openxmlformats.org/officeDocument/2006/relationships/slideMaster" Target="/ppt/slideMasters/slideMaster1.xml" Id="R4bab01d67d6d44bf" /></Relationships>
</file>

<file path=ppt/slideLayouts/_rels/slideLayout11.xml.rels>&#65279;<?xml version="1.0" encoding="utf-8"?><Relationships xmlns="http://schemas.openxmlformats.org/package/2006/relationships"><Relationship Type="http://schemas.openxmlformats.org/officeDocument/2006/relationships/slideMaster" Target="/ppt/slideMasters/slideMaster1.xml" Id="Rd9727cfb86df4f6b" /></Relationships>
</file>

<file path=ppt/slideLayouts/_rels/slideLayout12.xml.rels>&#65279;<?xml version="1.0" encoding="utf-8"?><Relationships xmlns="http://schemas.openxmlformats.org/package/2006/relationships"><Relationship Type="http://schemas.openxmlformats.org/officeDocument/2006/relationships/slideMaster" Target="/ppt/slideMasters/slideMaster1.xml" Id="Rabcfc1b950f64234" /></Relationships>
</file>

<file path=ppt/slideLayouts/_rels/slideLayout13.xml.rels>&#65279;<?xml version="1.0" encoding="utf-8"?><Relationships xmlns="http://schemas.openxmlformats.org/package/2006/relationships"><Relationship Type="http://schemas.openxmlformats.org/officeDocument/2006/relationships/slideMaster" Target="/ppt/slideMasters/slideMaster1.xml" Id="Rb66f727ada3b4c29" /></Relationships>
</file>

<file path=ppt/slideLayouts/_rels/slideLayout14.xml.rels>&#65279;<?xml version="1.0" encoding="utf-8"?><Relationships xmlns="http://schemas.openxmlformats.org/package/2006/relationships"><Relationship Type="http://schemas.openxmlformats.org/officeDocument/2006/relationships/slideMaster" Target="/ppt/slideMasters/slideMaster1.xml" Id="R9b0dc0ff8f6c420b" /></Relationships>
</file>

<file path=ppt/slideLayouts/_rels/slideLayout15.xml.rels>&#65279;<?xml version="1.0" encoding="utf-8"?><Relationships xmlns="http://schemas.openxmlformats.org/package/2006/relationships"><Relationship Type="http://schemas.openxmlformats.org/officeDocument/2006/relationships/slideMaster" Target="/ppt/slideMasters/slideMaster1.xml" Id="R68b468766b8744c3" /></Relationships>
</file>

<file path=ppt/slideLayouts/_rels/slideLayout16.xml.rels>&#65279;<?xml version="1.0" encoding="utf-8"?><Relationships xmlns="http://schemas.openxmlformats.org/package/2006/relationships"><Relationship Type="http://schemas.openxmlformats.org/officeDocument/2006/relationships/slideMaster" Target="/ppt/slideMasters/slideMaster1.xml" Id="Rc74a7224868f4c35" /></Relationships>
</file>

<file path=ppt/slideLayouts/_rels/slideLayout17.xml.rels>&#65279;<?xml version="1.0" encoding="utf-8"?><Relationships xmlns="http://schemas.openxmlformats.org/package/2006/relationships"><Relationship Type="http://schemas.openxmlformats.org/officeDocument/2006/relationships/slideMaster" Target="/ppt/slideMasters/slideMaster1.xml" Id="R932fa4ed39d94d22" /></Relationships>
</file>

<file path=ppt/slideLayouts/slideLayout1.xml><?xml version="1.0" encoding="utf-8"?>
<p:sldLayout xmlns:p="http://schemas.openxmlformats.org/presentationml/2006/main" matchingName="Title slide" type="title">
  <p:cSld name="TITLE">
    <p:bg>
      <p:bgPr>
        <a:solidFill xmlns:a="http://schemas.openxmlformats.org/drawingml/2006/main">
          <a:schemeClr val="dk1"/>
        </a:solidFill>
      </p:bgPr>
    </p:bg>
    <p:spTree>
      <p:nvGrpSpPr>
        <p:cNvPr id="1" name=""/>
        <p:cNvGrpSpPr/>
        <p:nvPr/>
      </p:nvGrpSpPr>
      <p:grpSpPr>
        <a:xfrm xmlns:a="http://schemas.openxmlformats.org/drawingml/2006/main"/>
      </p:grpSpPr>
      <p:sp>
        <p:nvSpPr>
          <p:cNvPr id="10" name="Google Shape;10;p2">
            <a:extLst xmlns:a="http://schemas.openxmlformats.org/drawingml/2006/main">
              <a:ext uri="{FF2B5EF4-FFF2-40B4-BE49-F238E27FC236}">
                <a16:creationId xmlns:a16="http://schemas.microsoft.com/office/drawing/2014/main" id="{DACEC75B-85AD-41D9-A136-8FE69B8851F6}"/>
              </a:ext>
            </a:extLst>
          </p:cNvPr>
          <p:cNvSpPr>
            <a:spLocks xmlns:a="http://schemas.openxmlformats.org/drawingml/2006/main" noGrp="1"/>
          </p:cNvSpPr>
          <p:nvPr/>
        </p:nvSpPr>
        <p:spPr>
          <a:xfrm xmlns:a="http://schemas.openxmlformats.org/drawingml/2006/main">
            <a:off x="-125" y="0"/>
            <a:ext cx="9144250" cy="4398100"/>
          </a:xfrm>
          <a:custGeom xmlns:a="http://schemas.openxmlformats.org/drawingml/2006/main">
            <a:rect l="l" t="t" r="r" b="b"/>
            <a:pathLst>
              <a:path w="365770" h="175924">
                <a:moveTo>
                  <a:pt x="0" y="0"/>
                </a:moveTo>
                <a:lnTo>
                  <a:pt x="365770" y="0"/>
                </a:lnTo>
                <a:lnTo>
                  <a:pt x="365760" y="70914"/>
                </a:lnTo>
                <a:lnTo>
                  <a:pt x="0" y="175924"/>
                </a:lnTo>
                <a:close/>
              </a:path>
            </a:pathLst>
          </a:custGeom>
          <a:solidFill xmlns:a="http://schemas.openxmlformats.org/drawingml/2006/main">
            <a:schemeClr val="lt1"/>
          </a:solidFill>
          <a:ln xmlns:a="http://schemas.openxmlformats.org/drawingml/2006/main">
            <a:noFill/>
          </a:ln>
        </p:spPr>
      </p:sp>
      <p:sp>
        <p:nvSpPr>
          <p:cNvPr id="11" name="Google Shape;11;p2">
            <a:extLst xmlns:a="http://schemas.openxmlformats.org/drawingml/2006/main">
              <a:ext uri="{FF2B5EF4-FFF2-40B4-BE49-F238E27FC236}">
                <a16:creationId xmlns:a16="http://schemas.microsoft.com/office/drawing/2014/main" id="{A1731434-D8D4-44DF-A1C1-AE00F6DF03ED}"/>
              </a:ext>
            </a:extLst>
          </p:cNvPr>
          <p:cNvSpPr>
            <a:spLocks xmlns:a="http://schemas.openxmlformats.org/drawingml/2006/main" noGrp="1"/>
          </p:cNvSpPr>
          <p:nvPr>
            <p:ph type="ctrTitle" idx="0"/>
          </p:nvPr>
        </p:nvSpPr>
        <p:spPr>
          <a:xfrm xmlns:a="http://schemas.openxmlformats.org/drawingml/2006/main">
            <a:off x="311700" y="539725"/>
            <a:ext cx="8520600" cy="1282500"/>
          </a:xfrm>
          <a:prstGeom xmlns:a="http://schemas.openxmlformats.org/drawingml/2006/main" prst="rect">
            <a:avLst/>
          </a:prstGeom>
        </p:spPr>
        <p:txBody>
          <a:bodyPr xmlns:a="http://schemas.openxmlformats.org/drawingml/2006/main" spcFirstLastPara="1" wrap="square" lIns="91425" tIns="91425" rIns="91425" bIns="91425" anchor="t">
            <a:normAutofit/>
          </a:bodyPr>
          <a:lstStyle xmlns:a="http://schemas.openxmlformats.org/drawingml/2006/main">
            <a:lvl1pPr>
              <a:spcBef>
                <a:spcPts val="0"/>
              </a:spcBef>
              <a:spcAft>
                <a:spcPts val="0"/>
              </a:spcAft>
              <a:buSzPts val="3600"/>
              <a:buNone/>
              <a:defRPr sz="3600"/>
            </a:lvl1pPr>
            <a:lvl2pPr>
              <a:spcBef>
                <a:spcPts val="0"/>
              </a:spcBef>
              <a:spcAft>
                <a:spcPts val="0"/>
              </a:spcAft>
              <a:buSzPts val="3600"/>
              <a:buNone/>
              <a:defRPr sz="3600"/>
            </a:lvl2pPr>
            <a:lvl3pPr>
              <a:spcBef>
                <a:spcPts val="0"/>
              </a:spcBef>
              <a:spcAft>
                <a:spcPts val="0"/>
              </a:spcAft>
              <a:buSzPts val="3600"/>
              <a:buNone/>
              <a:defRPr sz="3600"/>
            </a:lvl3pPr>
            <a:lvl4pPr>
              <a:spcBef>
                <a:spcPts val="0"/>
              </a:spcBef>
              <a:spcAft>
                <a:spcPts val="0"/>
              </a:spcAft>
              <a:buSzPts val="3600"/>
              <a:buNone/>
              <a:defRPr sz="3600"/>
            </a:lvl4pPr>
            <a:lvl5pPr>
              <a:spcBef>
                <a:spcPts val="0"/>
              </a:spcBef>
              <a:spcAft>
                <a:spcPts val="0"/>
              </a:spcAft>
              <a:buSzPts val="3600"/>
              <a:buNone/>
              <a:defRPr sz="3600"/>
            </a:lvl5pPr>
            <a:lvl6pPr>
              <a:spcBef>
                <a:spcPts val="0"/>
              </a:spcBef>
              <a:spcAft>
                <a:spcPts val="0"/>
              </a:spcAft>
              <a:buSzPts val="3600"/>
              <a:buNone/>
              <a:defRPr sz="3600"/>
            </a:lvl6pPr>
            <a:lvl7pPr>
              <a:spcBef>
                <a:spcPts val="0"/>
              </a:spcBef>
              <a:spcAft>
                <a:spcPts val="0"/>
              </a:spcAft>
              <a:buSzPts val="3600"/>
              <a:buNone/>
              <a:defRPr sz="3600"/>
            </a:lvl7pPr>
            <a:lvl8pPr>
              <a:spcBef>
                <a:spcPts val="0"/>
              </a:spcBef>
              <a:spcAft>
                <a:spcPts val="0"/>
              </a:spcAft>
              <a:buSzPts val="3600"/>
              <a:buNone/>
              <a:defRPr sz="3600"/>
            </a:lvl8pPr>
            <a:lvl9pPr>
              <a:spcBef>
                <a:spcPts val="0"/>
              </a:spcBef>
              <a:spcAft>
                <a:spcPts val="0"/>
              </a:spcAft>
              <a:buSzPts val="3600"/>
              <a:buNone/>
              <a:defRPr sz="3600"/>
            </a:lvl9pPr>
          </a:lstStyle>
          <a:p xmlns:a="http://schemas.openxmlformats.org/drawingml/2006/main"/>
        </p:txBody>
      </p:sp>
      <p:sp>
        <p:nvSpPr>
          <p:cNvPr id="12" name="Google Shape;12;p2">
            <a:extLst xmlns:a="http://schemas.openxmlformats.org/drawingml/2006/main">
              <a:ext uri="{FF2B5EF4-FFF2-40B4-BE49-F238E27FC236}">
                <a16:creationId xmlns:a16="http://schemas.microsoft.com/office/drawing/2014/main" id="{AD49BDE2-5D5E-43B4-A543-EEFCB970F00E}"/>
              </a:ext>
            </a:extLst>
          </p:cNvPr>
          <p:cNvSpPr>
            <a:spLocks xmlns:a="http://schemas.openxmlformats.org/drawingml/2006/main" noGrp="1"/>
          </p:cNvSpPr>
          <p:nvPr>
            <p:ph type="subTitle" idx="1"/>
          </p:nvPr>
        </p:nvSpPr>
        <p:spPr>
          <a:xfrm xmlns:a="http://schemas.openxmlformats.org/drawingml/2006/main">
            <a:off x="311700" y="1878560"/>
            <a:ext cx="4242600" cy="738300"/>
          </a:xfrm>
          <a:prstGeom xmlns:a="http://schemas.openxmlformats.org/drawingml/2006/main" prst="rect">
            <a:avLst/>
          </a:prstGeom>
        </p:spPr>
        <p:txBody>
          <a:bodyPr xmlns:a="http://schemas.openxmlformats.org/drawingml/2006/main" spcFirstLastPara="1" wrap="square" lIns="91425" tIns="91425" rIns="91425" bIns="91425" anchor="t">
            <a:normAutofit/>
          </a:bodyPr>
          <a:lstStyle xmlns:a="http://schemas.openxmlformats.org/drawingml/2006/main">
            <a:lvl1pPr>
              <a:lnSpc>
                <a:spcPct val="100000"/>
              </a:lnSpc>
              <a:spcBef>
                <a:spcPts val="0"/>
              </a:spcBef>
              <a:spcAft>
                <a:spcPts val="0"/>
              </a:spcAft>
              <a:buClr>
                <a:schemeClr val="lt2"/>
              </a:buClr>
              <a:buSzPts val="1600"/>
              <a:buNone/>
              <a:defRPr sz="1600">
                <a:solidFill>
                  <a:schemeClr val="lt2"/>
                </a:solidFill>
              </a:defRPr>
            </a:lvl1pPr>
            <a:lvl2pPr>
              <a:lnSpc>
                <a:spcPct val="100000"/>
              </a:lnSpc>
              <a:spcBef>
                <a:spcPts val="0"/>
              </a:spcBef>
              <a:spcAft>
                <a:spcPts val="0"/>
              </a:spcAft>
              <a:buClr>
                <a:schemeClr val="lt2"/>
              </a:buClr>
              <a:buSzPts val="1600"/>
              <a:buNone/>
              <a:defRPr sz="1600">
                <a:solidFill>
                  <a:schemeClr val="lt2"/>
                </a:solidFill>
              </a:defRPr>
            </a:lvl2pPr>
            <a:lvl3pPr>
              <a:lnSpc>
                <a:spcPct val="100000"/>
              </a:lnSpc>
              <a:spcBef>
                <a:spcPts val="0"/>
              </a:spcBef>
              <a:spcAft>
                <a:spcPts val="0"/>
              </a:spcAft>
              <a:buClr>
                <a:schemeClr val="lt2"/>
              </a:buClr>
              <a:buSzPts val="1600"/>
              <a:buNone/>
              <a:defRPr sz="1600">
                <a:solidFill>
                  <a:schemeClr val="lt2"/>
                </a:solidFill>
              </a:defRPr>
            </a:lvl3pPr>
            <a:lvl4pPr>
              <a:lnSpc>
                <a:spcPct val="100000"/>
              </a:lnSpc>
              <a:spcBef>
                <a:spcPts val="0"/>
              </a:spcBef>
              <a:spcAft>
                <a:spcPts val="0"/>
              </a:spcAft>
              <a:buClr>
                <a:schemeClr val="lt2"/>
              </a:buClr>
              <a:buSzPts val="1600"/>
              <a:buNone/>
              <a:defRPr sz="1600">
                <a:solidFill>
                  <a:schemeClr val="lt2"/>
                </a:solidFill>
              </a:defRPr>
            </a:lvl4pPr>
            <a:lvl5pPr>
              <a:lnSpc>
                <a:spcPct val="100000"/>
              </a:lnSpc>
              <a:spcBef>
                <a:spcPts val="0"/>
              </a:spcBef>
              <a:spcAft>
                <a:spcPts val="0"/>
              </a:spcAft>
              <a:buClr>
                <a:schemeClr val="lt2"/>
              </a:buClr>
              <a:buSzPts val="1600"/>
              <a:buNone/>
              <a:defRPr sz="1600">
                <a:solidFill>
                  <a:schemeClr val="lt2"/>
                </a:solidFill>
              </a:defRPr>
            </a:lvl5pPr>
            <a:lvl6pPr>
              <a:lnSpc>
                <a:spcPct val="100000"/>
              </a:lnSpc>
              <a:spcBef>
                <a:spcPts val="0"/>
              </a:spcBef>
              <a:spcAft>
                <a:spcPts val="0"/>
              </a:spcAft>
              <a:buClr>
                <a:schemeClr val="lt2"/>
              </a:buClr>
              <a:buSzPts val="1600"/>
              <a:buNone/>
              <a:defRPr sz="1600">
                <a:solidFill>
                  <a:schemeClr val="lt2"/>
                </a:solidFill>
              </a:defRPr>
            </a:lvl6pPr>
            <a:lvl7pPr>
              <a:lnSpc>
                <a:spcPct val="100000"/>
              </a:lnSpc>
              <a:spcBef>
                <a:spcPts val="0"/>
              </a:spcBef>
              <a:spcAft>
                <a:spcPts val="0"/>
              </a:spcAft>
              <a:buClr>
                <a:schemeClr val="lt2"/>
              </a:buClr>
              <a:buSzPts val="1600"/>
              <a:buNone/>
              <a:defRPr sz="1600">
                <a:solidFill>
                  <a:schemeClr val="lt2"/>
                </a:solidFill>
              </a:defRPr>
            </a:lvl7pPr>
            <a:lvl8pPr>
              <a:lnSpc>
                <a:spcPct val="100000"/>
              </a:lnSpc>
              <a:spcBef>
                <a:spcPts val="0"/>
              </a:spcBef>
              <a:spcAft>
                <a:spcPts val="0"/>
              </a:spcAft>
              <a:buClr>
                <a:schemeClr val="lt2"/>
              </a:buClr>
              <a:buSzPts val="1600"/>
              <a:buNone/>
              <a:defRPr sz="1600">
                <a:solidFill>
                  <a:schemeClr val="lt2"/>
                </a:solidFill>
              </a:defRPr>
            </a:lvl8pPr>
            <a:lvl9pPr>
              <a:lnSpc>
                <a:spcPct val="100000"/>
              </a:lnSpc>
              <a:spcBef>
                <a:spcPts val="0"/>
              </a:spcBef>
              <a:spcAft>
                <a:spcPts val="0"/>
              </a:spcAft>
              <a:buClr>
                <a:schemeClr val="lt2"/>
              </a:buClr>
              <a:buSzPts val="1600"/>
              <a:buNone/>
              <a:defRPr sz="1600">
                <a:solidFill>
                  <a:schemeClr val="lt2"/>
                </a:solidFill>
              </a:defRPr>
            </a:lvl9pPr>
          </a:lstStyle>
          <a:p xmlns:a="http://schemas.openxmlformats.org/drawingml/2006/main"/>
        </p:txBody>
      </p:sp>
      <p:sp>
        <p:nvSpPr>
          <p:cNvPr id="13" name="Google Shape;13;p2">
            <a:extLst xmlns:a="http://schemas.openxmlformats.org/drawingml/2006/main">
              <a:ext uri="{FF2B5EF4-FFF2-40B4-BE49-F238E27FC236}">
                <a16:creationId xmlns:a16="http://schemas.microsoft.com/office/drawing/2014/main" id="{664D8CD6-2EA3-48D7-BC8C-48B8B2711A29}"/>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p:spPr>
        <p:txBody>
          <a:bodyPr xmlns:a="http://schemas.openxmlformats.org/drawingml/2006/main" spcFirstLastPara="1" wrap="square" lIns="91425" tIns="91425" rIns="91425" bIns="91425" anchor="ctr">
            <a:normAutofit/>
          </a:bodyPr>
          <a:lstStyle xmlns:a="http://schemas.openxmlformats.org/drawingml/2006/main">
            <a:lvl1pPr>
              <a:buNone/>
              <a:defRPr>
                <a:solidFill>
                  <a:schemeClr val="lt1"/>
                </a:solidFill>
              </a:defRPr>
            </a:lvl1pPr>
            <a:lvl2pPr>
              <a:buNone/>
              <a:defRPr>
                <a:solidFill>
                  <a:schemeClr val="lt1"/>
                </a:solidFill>
              </a:defRPr>
            </a:lvl2pPr>
            <a:lvl3pPr>
              <a:buNone/>
              <a:defRPr>
                <a:solidFill>
                  <a:schemeClr val="lt1"/>
                </a:solidFill>
              </a:defRPr>
            </a:lvl3pPr>
            <a:lvl4pPr>
              <a:buNone/>
              <a:defRPr>
                <a:solidFill>
                  <a:schemeClr val="lt1"/>
                </a:solidFill>
              </a:defRPr>
            </a:lvl4pPr>
            <a:lvl5pPr>
              <a:buNone/>
              <a:defRPr>
                <a:solidFill>
                  <a:schemeClr val="lt1"/>
                </a:solidFill>
              </a:defRPr>
            </a:lvl5pPr>
            <a:lvl6pPr>
              <a:buNone/>
              <a:defRPr>
                <a:solidFill>
                  <a:schemeClr val="lt1"/>
                </a:solidFill>
              </a:defRPr>
            </a:lvl6pPr>
            <a:lvl7pPr>
              <a:buNone/>
              <a:defRPr>
                <a:solidFill>
                  <a:schemeClr val="lt1"/>
                </a:solidFill>
              </a:defRPr>
            </a:lvl7pPr>
            <a:lvl8pPr>
              <a:buNone/>
              <a:defRPr>
                <a:solidFill>
                  <a:schemeClr val="lt1"/>
                </a:solidFill>
              </a:defRPr>
            </a:lvl8pPr>
            <a:lvl9pPr>
              <a:buNone/>
              <a:defRPr>
                <a:solidFill>
                  <a:schemeClr val="lt1"/>
                </a:solidFill>
              </a:defRPr>
            </a:lvl9pPr>
          </a:lstStyle>
          <a:p xmlns:a="http://schemas.openxmlformats.org/drawingml/2006/main">
            <a:pPr marL="0" indent="0" algn="r">
              <a:spcBef>
                <a:spcPts val="0"/>
              </a:spcBef>
              <a:spcAft>
                <a:spcPts val="0"/>
              </a:spcAft>
              <a:buNone/>
            </a:pPr>
            <a:fld id="{00000000-1234-1234-1234-123412341234}" type="slidenum">
              <a:t>‹#›</a:t>
            </a:fld>
          </a:p>
        </p:txBody>
      </p:sp>
    </p:spTree>
  </p:cSld>
</p:sldLayout>
</file>

<file path=ppt/slideLayouts/slideLayout2.xml><?xml version="1.0" encoding="utf-8"?>
<p:sldLayout xmlns:p="http://schemas.openxmlformats.org/presentationml/2006/main" matchingName="Section header" type="secHead">
  <p:cSld name="SECTION_HEADER">
    <p:bg>
      <p:bgPr>
        <a:solidFill xmlns:a="http://schemas.openxmlformats.org/drawingml/2006/main">
          <a:schemeClr val="accent3"/>
        </a:solidFill>
      </p:bgPr>
    </p:bg>
    <p:spTree>
      <p:nvGrpSpPr>
        <p:cNvPr id="1" name=""/>
        <p:cNvGrpSpPr/>
        <p:nvPr/>
      </p:nvGrpSpPr>
      <p:grpSpPr>
        <a:xfrm xmlns:a="http://schemas.openxmlformats.org/drawingml/2006/main"/>
      </p:grpSpPr>
      <p:sp>
        <p:nvSpPr>
          <p:cNvPr id="15" name="Google Shape;15;p3">
            <a:extLst xmlns:a="http://schemas.openxmlformats.org/drawingml/2006/main">
              <a:ext uri="{FF2B5EF4-FFF2-40B4-BE49-F238E27FC236}">
                <a16:creationId xmlns:a16="http://schemas.microsoft.com/office/drawing/2014/main" id="{8BA60D58-2C78-4423-BF31-015626CD4BBE}"/>
              </a:ext>
            </a:extLst>
          </p:cNvPr>
          <p:cNvSpPr>
            <a:spLocks xmlns:a="http://schemas.openxmlformats.org/drawingml/2006/main" noGrp="1"/>
          </p:cNvSpPr>
          <p:nvPr/>
        </p:nvSpPr>
        <p:spPr>
          <a:xfrm xmlns:a="http://schemas.openxmlformats.org/drawingml/2006/main">
            <a:off x="0" y="48099"/>
            <a:ext cx="9144250" cy="4398100"/>
          </a:xfrm>
          <a:custGeom xmlns:a="http://schemas.openxmlformats.org/drawingml/2006/main">
            <a:rect l="l" t="t" r="r" b="b"/>
            <a:pathLst>
              <a:path w="365770" h="175924">
                <a:moveTo>
                  <a:pt x="0" y="0"/>
                </a:moveTo>
                <a:lnTo>
                  <a:pt x="365770" y="0"/>
                </a:lnTo>
                <a:lnTo>
                  <a:pt x="365760" y="70914"/>
                </a:lnTo>
                <a:lnTo>
                  <a:pt x="0" y="175924"/>
                </a:lnTo>
                <a:close/>
              </a:path>
            </a:pathLst>
          </a:custGeom>
          <a:solidFill xmlns:a="http://schemas.openxmlformats.org/drawingml/2006/main">
            <a:schemeClr val="lt1"/>
          </a:solidFill>
          <a:ln xmlns:a="http://schemas.openxmlformats.org/drawingml/2006/main">
            <a:noFill/>
          </a:ln>
        </p:spPr>
      </p:sp>
      <p:sp>
        <p:nvSpPr>
          <p:cNvPr id="16" name="Google Shape;16;p3">
            <a:extLst xmlns:a="http://schemas.openxmlformats.org/drawingml/2006/main">
              <a:ext uri="{FF2B5EF4-FFF2-40B4-BE49-F238E27FC236}">
                <a16:creationId xmlns:a16="http://schemas.microsoft.com/office/drawing/2014/main" id="{DF67479F-0D52-42C2-A867-DCD11747534C}"/>
              </a:ext>
            </a:extLst>
          </p:cNvPr>
          <p:cNvSpPr>
            <a:spLocks xmlns:a="http://schemas.openxmlformats.org/drawingml/2006/main" noGrp="1"/>
          </p:cNvSpPr>
          <p:nvPr/>
        </p:nvSpPr>
        <p:spPr>
          <a:xfrm xmlns:a="http://schemas.openxmlformats.org/drawingml/2006/main">
            <a:off x="0" y="0"/>
            <a:ext cx="9144250" cy="4398100"/>
          </a:xfrm>
          <a:custGeom xmlns:a="http://schemas.openxmlformats.org/drawingml/2006/main">
            <a:rect l="l" t="t" r="r" b="b"/>
            <a:pathLst>
              <a:path w="365770" h="175924">
                <a:moveTo>
                  <a:pt x="0" y="0"/>
                </a:moveTo>
                <a:lnTo>
                  <a:pt x="365770" y="0"/>
                </a:lnTo>
                <a:lnTo>
                  <a:pt x="365760" y="70914"/>
                </a:lnTo>
                <a:lnTo>
                  <a:pt x="0" y="175924"/>
                </a:lnTo>
                <a:close/>
              </a:path>
            </a:pathLst>
          </a:custGeom>
          <a:solidFill xmlns:a="http://schemas.openxmlformats.org/drawingml/2006/main">
            <a:schemeClr val="accent3"/>
          </a:solidFill>
          <a:ln xmlns:a="http://schemas.openxmlformats.org/drawingml/2006/main">
            <a:noFill/>
          </a:ln>
        </p:spPr>
      </p:sp>
      <p:sp>
        <p:nvSpPr>
          <p:cNvPr id="17" name="Google Shape;17;p3">
            <a:extLst xmlns:a="http://schemas.openxmlformats.org/drawingml/2006/main">
              <a:ext uri="{FF2B5EF4-FFF2-40B4-BE49-F238E27FC236}">
                <a16:creationId xmlns:a16="http://schemas.microsoft.com/office/drawing/2014/main" id="{A5790545-D41F-417F-AC42-1F136DAC4EB4}"/>
              </a:ext>
            </a:extLst>
          </p:cNvPr>
          <p:cNvSpPr>
            <a:spLocks xmlns:a="http://schemas.openxmlformats.org/drawingml/2006/main" noGrp="1"/>
          </p:cNvSpPr>
          <p:nvPr>
            <p:ph type="title" idx="0"/>
          </p:nvPr>
        </p:nvSpPr>
        <p:spPr>
          <a:xfrm xmlns:a="http://schemas.openxmlformats.org/drawingml/2006/main">
            <a:off x="311700" y="539725"/>
            <a:ext cx="8520600" cy="1282500"/>
          </a:xfrm>
          <a:prstGeom xmlns:a="http://schemas.openxmlformats.org/drawingml/2006/main" prst="rect">
            <a:avLst/>
          </a:prstGeom>
        </p:spPr>
        <p:txBody>
          <a:bodyPr xmlns:a="http://schemas.openxmlformats.org/drawingml/2006/main" spcFirstLastPara="1" wrap="square" lIns="91425" tIns="91425" rIns="91425" bIns="91425" anchor="t">
            <a:normAutofit/>
          </a:bodyPr>
          <a:lstStyle xmlns:a="http://schemas.openxmlformats.org/drawingml/2006/main">
            <a:lvl1pPr>
              <a:spcBef>
                <a:spcPts val="0"/>
              </a:spcBef>
              <a:spcAft>
                <a:spcPts val="0"/>
              </a:spcAft>
              <a:buSzPts val="3600"/>
              <a:buNone/>
              <a:defRPr sz="3600"/>
            </a:lvl1pPr>
            <a:lvl2pPr>
              <a:spcBef>
                <a:spcPts val="0"/>
              </a:spcBef>
              <a:spcAft>
                <a:spcPts val="0"/>
              </a:spcAft>
              <a:buSzPts val="3600"/>
              <a:buNone/>
              <a:defRPr sz="3600"/>
            </a:lvl2pPr>
            <a:lvl3pPr>
              <a:spcBef>
                <a:spcPts val="0"/>
              </a:spcBef>
              <a:spcAft>
                <a:spcPts val="0"/>
              </a:spcAft>
              <a:buSzPts val="3600"/>
              <a:buNone/>
              <a:defRPr sz="3600"/>
            </a:lvl3pPr>
            <a:lvl4pPr>
              <a:spcBef>
                <a:spcPts val="0"/>
              </a:spcBef>
              <a:spcAft>
                <a:spcPts val="0"/>
              </a:spcAft>
              <a:buSzPts val="3600"/>
              <a:buNone/>
              <a:defRPr sz="3600"/>
            </a:lvl4pPr>
            <a:lvl5pPr>
              <a:spcBef>
                <a:spcPts val="0"/>
              </a:spcBef>
              <a:spcAft>
                <a:spcPts val="0"/>
              </a:spcAft>
              <a:buSzPts val="3600"/>
              <a:buNone/>
              <a:defRPr sz="3600"/>
            </a:lvl5pPr>
            <a:lvl6pPr>
              <a:spcBef>
                <a:spcPts val="0"/>
              </a:spcBef>
              <a:spcAft>
                <a:spcPts val="0"/>
              </a:spcAft>
              <a:buSzPts val="3600"/>
              <a:buNone/>
              <a:defRPr sz="3600"/>
            </a:lvl6pPr>
            <a:lvl7pPr>
              <a:spcBef>
                <a:spcPts val="0"/>
              </a:spcBef>
              <a:spcAft>
                <a:spcPts val="0"/>
              </a:spcAft>
              <a:buSzPts val="3600"/>
              <a:buNone/>
              <a:defRPr sz="3600"/>
            </a:lvl7pPr>
            <a:lvl8pPr>
              <a:spcBef>
                <a:spcPts val="0"/>
              </a:spcBef>
              <a:spcAft>
                <a:spcPts val="0"/>
              </a:spcAft>
              <a:buSzPts val="3600"/>
              <a:buNone/>
              <a:defRPr sz="3600"/>
            </a:lvl8pPr>
            <a:lvl9pPr>
              <a:spcBef>
                <a:spcPts val="0"/>
              </a:spcBef>
              <a:spcAft>
                <a:spcPts val="0"/>
              </a:spcAft>
              <a:buSzPts val="3600"/>
              <a:buNone/>
              <a:defRPr sz="3600"/>
            </a:lvl9pPr>
          </a:lstStyle>
          <a:p xmlns:a="http://schemas.openxmlformats.org/drawingml/2006/main"/>
        </p:txBody>
      </p:sp>
      <p:sp>
        <p:nvSpPr>
          <p:cNvPr id="18" name="Google Shape;18;p3">
            <a:extLst xmlns:a="http://schemas.openxmlformats.org/drawingml/2006/main">
              <a:ext uri="{FF2B5EF4-FFF2-40B4-BE49-F238E27FC236}">
                <a16:creationId xmlns:a16="http://schemas.microsoft.com/office/drawing/2014/main" id="{EDAC77B9-31DC-490D-A65F-B865118DBCED}"/>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p:spPr>
        <p:txBody>
          <a:bodyPr xmlns:a="http://schemas.openxmlformats.org/drawingml/2006/main" spcFirstLastPara="1" wrap="square" lIns="91425" tIns="91425" rIns="91425" bIns="91425" anchor="ctr">
            <a:normAutofit/>
          </a:bodyPr>
          <a:lstStyle xmlns:a="http://schemas.openxmlformats.org/drawingml/2006/main">
            <a:lvl1pPr>
              <a:buNone/>
              <a:defRPr>
                <a:solidFill>
                  <a:schemeClr val="accent1"/>
                </a:solidFill>
              </a:defRPr>
            </a:lvl1pPr>
            <a:lvl2pPr>
              <a:buNone/>
              <a:defRPr>
                <a:solidFill>
                  <a:schemeClr val="accent1"/>
                </a:solidFill>
              </a:defRPr>
            </a:lvl2pPr>
            <a:lvl3pPr>
              <a:buNone/>
              <a:defRPr>
                <a:solidFill>
                  <a:schemeClr val="accent1"/>
                </a:solidFill>
              </a:defRPr>
            </a:lvl3pPr>
            <a:lvl4pPr>
              <a:buNone/>
              <a:defRPr>
                <a:solidFill>
                  <a:schemeClr val="accent1"/>
                </a:solidFill>
              </a:defRPr>
            </a:lvl4pPr>
            <a:lvl5pPr>
              <a:buNone/>
              <a:defRPr>
                <a:solidFill>
                  <a:schemeClr val="accent1"/>
                </a:solidFill>
              </a:defRPr>
            </a:lvl5pPr>
            <a:lvl6pPr>
              <a:buNone/>
              <a:defRPr>
                <a:solidFill>
                  <a:schemeClr val="accent1"/>
                </a:solidFill>
              </a:defRPr>
            </a:lvl6pPr>
            <a:lvl7pPr>
              <a:buNone/>
              <a:defRPr>
                <a:solidFill>
                  <a:schemeClr val="accent1"/>
                </a:solidFill>
              </a:defRPr>
            </a:lvl7pPr>
            <a:lvl8pPr>
              <a:buNone/>
              <a:defRPr>
                <a:solidFill>
                  <a:schemeClr val="accent1"/>
                </a:solidFill>
              </a:defRPr>
            </a:lvl8pPr>
            <a:lvl9pPr>
              <a:buNone/>
              <a:defRPr>
                <a:solidFill>
                  <a:schemeClr val="accent1"/>
                </a:solidFill>
              </a:defRPr>
            </a:lvl9pPr>
          </a:lstStyle>
          <a:p xmlns:a="http://schemas.openxmlformats.org/drawingml/2006/main">
            <a:pPr marL="0" indent="0" algn="r">
              <a:spcBef>
                <a:spcPts val="0"/>
              </a:spcBef>
              <a:spcAft>
                <a:spcPts val="0"/>
              </a:spcAft>
              <a:buNone/>
            </a:pPr>
            <a:fld id="{00000000-1234-1234-1234-123412341234}" type="slidenum">
              <a:t>‹#›</a:t>
            </a:fld>
          </a:p>
        </p:txBody>
      </p:sp>
    </p:spTree>
  </p:cSld>
</p:sldLayout>
</file>

<file path=ppt/slideLayouts/slideLayout3.xml><?xml version="1.0" encoding="utf-8"?>
<p:sldLayout xmlns:p="http://schemas.openxmlformats.org/presentationml/2006/main" matchingName="Title and body">
  <p:cSld name="TITLE_AND_BODY">
    <p:spTree>
      <p:nvGrpSpPr>
        <p:cNvPr id="1" name=""/>
        <p:cNvGrpSpPr/>
        <p:nvPr/>
      </p:nvGrpSpPr>
      <p:grpSpPr>
        <a:xfrm xmlns:a="http://schemas.openxmlformats.org/drawingml/2006/main"/>
      </p:grpSpPr>
      <p:sp>
        <p:nvSpPr>
          <p:cNvPr id="20" name="Google Shape;20;p4">
            <a:extLst xmlns:a="http://schemas.openxmlformats.org/drawingml/2006/main">
              <a:ext uri="{FF2B5EF4-FFF2-40B4-BE49-F238E27FC236}">
                <a16:creationId xmlns:a16="http://schemas.microsoft.com/office/drawing/2014/main" id="{0A7028B5-6781-4332-89CC-8090CEF148AF}"/>
              </a:ext>
            </a:extLst>
          </p:cNvPr>
          <p:cNvSpPr>
            <a:spLocks xmlns:a="http://schemas.openxmlformats.org/drawingml/2006/main" noGrp="1"/>
          </p:cNvSpPr>
          <p:nvPr/>
        </p:nvSpPr>
        <p:spPr>
          <a:xfrm xmlns:a="http://schemas.openxmlformats.org/drawingml/2006/main">
            <a:off x="0" y="0"/>
            <a:ext cx="4314000" cy="5143500"/>
          </a:xfrm>
          <a:prstGeom xmlns:a="http://schemas.openxmlformats.org/drawingml/2006/main" prst="rect">
            <a:avLst/>
          </a:prstGeom>
          <a:solidFill xmlns:a="http://schemas.openxmlformats.org/drawingml/2006/main">
            <a:schemeClr val="dk1"/>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21" name="Google Shape;21;p4">
            <a:extLst xmlns:a="http://schemas.openxmlformats.org/drawingml/2006/main">
              <a:ext uri="{FF2B5EF4-FFF2-40B4-BE49-F238E27FC236}">
                <a16:creationId xmlns:a16="http://schemas.microsoft.com/office/drawing/2014/main" id="{3C65A08A-42A8-4CAE-AE0B-9C693EF46147}"/>
              </a:ext>
            </a:extLst>
          </p:cNvPr>
          <p:cNvSpPr>
            <a:spLocks xmlns:a="http://schemas.openxmlformats.org/drawingml/2006/main" noGrp="1"/>
          </p:cNvSpPr>
          <p:nvPr/>
        </p:nvSpPr>
        <p:spPr>
          <a:xfrm xmlns:a="http://schemas.openxmlformats.org/drawingml/2006/main">
            <a:off x="0" y="44125"/>
            <a:ext cx="4313625" cy="4399375"/>
          </a:xfrm>
          <a:custGeom xmlns:a="http://schemas.openxmlformats.org/drawingml/2006/main">
            <a:rect l="l" t="t" r="r" b="b"/>
            <a:pathLst>
              <a:path w="172545" h="175975">
                <a:moveTo>
                  <a:pt x="0" y="157"/>
                </a:moveTo>
                <a:lnTo>
                  <a:pt x="172419" y="0"/>
                </a:lnTo>
                <a:lnTo>
                  <a:pt x="172545" y="126541"/>
                </a:lnTo>
                <a:lnTo>
                  <a:pt x="0" y="175975"/>
                </a:lnTo>
                <a:close/>
              </a:path>
            </a:pathLst>
          </a:custGeom>
          <a:solidFill xmlns:a="http://schemas.openxmlformats.org/drawingml/2006/main">
            <a:schemeClr val="accent2"/>
          </a:solidFill>
          <a:ln xmlns:a="http://schemas.openxmlformats.org/drawingml/2006/main">
            <a:noFill/>
          </a:ln>
        </p:spPr>
      </p:sp>
      <p:sp>
        <p:nvSpPr>
          <p:cNvPr id="22" name="Google Shape;22;p4">
            <a:extLst xmlns:a="http://schemas.openxmlformats.org/drawingml/2006/main">
              <a:ext uri="{FF2B5EF4-FFF2-40B4-BE49-F238E27FC236}">
                <a16:creationId xmlns:a16="http://schemas.microsoft.com/office/drawing/2014/main" id="{79B718F3-1769-4D7C-833D-F6E02D269A49}"/>
              </a:ext>
            </a:extLst>
          </p:cNvPr>
          <p:cNvSpPr>
            <a:spLocks xmlns:a="http://schemas.openxmlformats.org/drawingml/2006/main" noGrp="1"/>
          </p:cNvSpPr>
          <p:nvPr/>
        </p:nvSpPr>
        <p:spPr>
          <a:xfrm xmlns:a="http://schemas.openxmlformats.org/drawingml/2006/main">
            <a:off x="-125" y="0"/>
            <a:ext cx="4316900" cy="4395600"/>
          </a:xfrm>
          <a:custGeom xmlns:a="http://schemas.openxmlformats.org/drawingml/2006/main">
            <a:rect l="l" t="t" r="r" b="b"/>
            <a:pathLst>
              <a:path w="172676" h="175824">
                <a:moveTo>
                  <a:pt x="0" y="6"/>
                </a:moveTo>
                <a:lnTo>
                  <a:pt x="172676" y="0"/>
                </a:lnTo>
                <a:lnTo>
                  <a:pt x="172562" y="126442"/>
                </a:lnTo>
                <a:lnTo>
                  <a:pt x="0" y="175824"/>
                </a:lnTo>
                <a:close/>
              </a:path>
            </a:pathLst>
          </a:custGeom>
          <a:solidFill xmlns:a="http://schemas.openxmlformats.org/drawingml/2006/main">
            <a:schemeClr val="dk1"/>
          </a:solidFill>
          <a:ln xmlns:a="http://schemas.openxmlformats.org/drawingml/2006/main">
            <a:noFill/>
          </a:ln>
        </p:spPr>
      </p:sp>
      <p:sp>
        <p:nvSpPr>
          <p:cNvPr id="23" name="Google Shape;23;p4">
            <a:extLst xmlns:a="http://schemas.openxmlformats.org/drawingml/2006/main">
              <a:ext uri="{FF2B5EF4-FFF2-40B4-BE49-F238E27FC236}">
                <a16:creationId xmlns:a16="http://schemas.microsoft.com/office/drawing/2014/main" id="{8E4D4A82-5F18-4FCB-A5F6-41B5C7BA5069}"/>
              </a:ext>
            </a:extLst>
          </p:cNvPr>
          <p:cNvSpPr>
            <a:spLocks xmlns:a="http://schemas.openxmlformats.org/drawingml/2006/main" noGrp="1"/>
          </p:cNvSpPr>
          <p:nvPr>
            <p:ph type="title" idx="0"/>
          </p:nvPr>
        </p:nvSpPr>
        <p:spPr>
          <a:xfrm xmlns:a="http://schemas.openxmlformats.org/drawingml/2006/main">
            <a:off x="311725" y="500925"/>
            <a:ext cx="3706500" cy="2508900"/>
          </a:xfrm>
          <a:prstGeom xmlns:a="http://schemas.openxmlformats.org/drawingml/2006/main" prst="rect">
            <a:avLst/>
          </a:prstGeom>
        </p:spPr>
        <p:txBody>
          <a:bodyPr xmlns:a="http://schemas.openxmlformats.org/drawingml/2006/main" spcFirstLastPara="1" wrap="square" lIns="91425" tIns="91425" rIns="91425" bIns="91425" anchor="t">
            <a:normAutofit/>
          </a:bodyPr>
          <a:lstStyle xmlns:a="http://schemas.openxmlformats.org/drawingml/2006/main">
            <a:lvl1pPr>
              <a:spcBef>
                <a:spcPts val="0"/>
              </a:spcBef>
              <a:spcAft>
                <a:spcPts val="0"/>
              </a:spcAft>
              <a:buClr>
                <a:schemeClr val="lt1"/>
              </a:buClr>
              <a:buSzPts val="2800"/>
              <a:buNone/>
              <a:defRPr>
                <a:solidFill>
                  <a:schemeClr val="lt1"/>
                </a:solidFill>
              </a:defRPr>
            </a:lvl1pPr>
            <a:lvl2pPr>
              <a:spcBef>
                <a:spcPts val="0"/>
              </a:spcBef>
              <a:spcAft>
                <a:spcPts val="0"/>
              </a:spcAft>
              <a:buClr>
                <a:schemeClr val="lt1"/>
              </a:buClr>
              <a:buSzPts val="2800"/>
              <a:buNone/>
              <a:defRPr>
                <a:solidFill>
                  <a:schemeClr val="lt1"/>
                </a:solidFill>
              </a:defRPr>
            </a:lvl2pPr>
            <a:lvl3pPr>
              <a:spcBef>
                <a:spcPts val="0"/>
              </a:spcBef>
              <a:spcAft>
                <a:spcPts val="0"/>
              </a:spcAft>
              <a:buClr>
                <a:schemeClr val="lt1"/>
              </a:buClr>
              <a:buSzPts val="2800"/>
              <a:buNone/>
              <a:defRPr>
                <a:solidFill>
                  <a:schemeClr val="lt1"/>
                </a:solidFill>
              </a:defRPr>
            </a:lvl3pPr>
            <a:lvl4pPr>
              <a:spcBef>
                <a:spcPts val="0"/>
              </a:spcBef>
              <a:spcAft>
                <a:spcPts val="0"/>
              </a:spcAft>
              <a:buClr>
                <a:schemeClr val="lt1"/>
              </a:buClr>
              <a:buSzPts val="2800"/>
              <a:buNone/>
              <a:defRPr>
                <a:solidFill>
                  <a:schemeClr val="lt1"/>
                </a:solidFill>
              </a:defRPr>
            </a:lvl4pPr>
            <a:lvl5pPr>
              <a:spcBef>
                <a:spcPts val="0"/>
              </a:spcBef>
              <a:spcAft>
                <a:spcPts val="0"/>
              </a:spcAft>
              <a:buClr>
                <a:schemeClr val="lt1"/>
              </a:buClr>
              <a:buSzPts val="2800"/>
              <a:buNone/>
              <a:defRPr>
                <a:solidFill>
                  <a:schemeClr val="lt1"/>
                </a:solidFill>
              </a:defRPr>
            </a:lvl5pPr>
            <a:lvl6pPr>
              <a:spcBef>
                <a:spcPts val="0"/>
              </a:spcBef>
              <a:spcAft>
                <a:spcPts val="0"/>
              </a:spcAft>
              <a:buClr>
                <a:schemeClr val="lt1"/>
              </a:buClr>
              <a:buSzPts val="2800"/>
              <a:buNone/>
              <a:defRPr>
                <a:solidFill>
                  <a:schemeClr val="lt1"/>
                </a:solidFill>
              </a:defRPr>
            </a:lvl6pPr>
            <a:lvl7pPr>
              <a:spcBef>
                <a:spcPts val="0"/>
              </a:spcBef>
              <a:spcAft>
                <a:spcPts val="0"/>
              </a:spcAft>
              <a:buClr>
                <a:schemeClr val="lt1"/>
              </a:buClr>
              <a:buSzPts val="2800"/>
              <a:buNone/>
              <a:defRPr>
                <a:solidFill>
                  <a:schemeClr val="lt1"/>
                </a:solidFill>
              </a:defRPr>
            </a:lvl7pPr>
            <a:lvl8pPr>
              <a:spcBef>
                <a:spcPts val="0"/>
              </a:spcBef>
              <a:spcAft>
                <a:spcPts val="0"/>
              </a:spcAft>
              <a:buClr>
                <a:schemeClr val="lt1"/>
              </a:buClr>
              <a:buSzPts val="2800"/>
              <a:buNone/>
              <a:defRPr>
                <a:solidFill>
                  <a:schemeClr val="lt1"/>
                </a:solidFill>
              </a:defRPr>
            </a:lvl8pPr>
            <a:lvl9pPr>
              <a:spcBef>
                <a:spcPts val="0"/>
              </a:spcBef>
              <a:spcAft>
                <a:spcPts val="0"/>
              </a:spcAft>
              <a:buClr>
                <a:schemeClr val="lt1"/>
              </a:buClr>
              <a:buSzPts val="2800"/>
              <a:buNone/>
              <a:defRPr>
                <a:solidFill>
                  <a:schemeClr val="lt1"/>
                </a:solidFill>
              </a:defRPr>
            </a:lvl9pPr>
          </a:lstStyle>
          <a:p xmlns:a="http://schemas.openxmlformats.org/drawingml/2006/main"/>
        </p:txBody>
      </p:sp>
      <p:sp>
        <p:nvSpPr>
          <p:cNvPr id="24" name="Google Shape;24;p4">
            <a:extLst xmlns:a="http://schemas.openxmlformats.org/drawingml/2006/main">
              <a:ext uri="{FF2B5EF4-FFF2-40B4-BE49-F238E27FC236}">
                <a16:creationId xmlns:a16="http://schemas.microsoft.com/office/drawing/2014/main" id="{6B08895C-A32F-4E78-BED0-761C37BBF29A}"/>
              </a:ext>
            </a:extLst>
          </p:cNvPr>
          <p:cNvSpPr>
            <a:spLocks xmlns:a="http://schemas.openxmlformats.org/drawingml/2006/main" noGrp="1"/>
          </p:cNvSpPr>
          <p:nvPr>
            <p:ph type="body" idx="1"/>
          </p:nvPr>
        </p:nvSpPr>
        <p:spPr>
          <a:xfrm xmlns:a="http://schemas.openxmlformats.org/drawingml/2006/main">
            <a:off x="4644675" y="500925"/>
            <a:ext cx="4166400" cy="4098600"/>
          </a:xfrm>
          <a:prstGeom xmlns:a="http://schemas.openxmlformats.org/drawingml/2006/main" prst="rect">
            <a:avLst/>
          </a:prstGeom>
        </p:spPr>
        <p:txBody>
          <a:bodyPr xmlns:a="http://schemas.openxmlformats.org/drawingml/2006/main" spcFirstLastPara="1" wrap="square" lIns="91425" tIns="91425" rIns="91425" bIns="91425" anchor="t">
            <a:normAutofit/>
          </a:bodyPr>
          <a:lstStyle xmlns:a="http://schemas.openxmlformats.org/drawingml/2006/main">
            <a:lvl1pPr marL="457200" indent="-311150">
              <a:spcBef>
                <a:spcPts val="0"/>
              </a:spcBef>
              <a:spcAft>
                <a:spcPts val="0"/>
              </a:spcAft>
              <a:buSzPts val="1300"/>
              <a:buChar char="●"/>
              <a:defRPr/>
            </a:lvl1pPr>
            <a:lvl2pPr marL="914400" indent="-298450">
              <a:spcBef>
                <a:spcPts val="0"/>
              </a:spcBef>
              <a:spcAft>
                <a:spcPts val="0"/>
              </a:spcAft>
              <a:buSzPts val="1100"/>
              <a:buChar char="○"/>
              <a:defRPr/>
            </a:lvl2pPr>
            <a:lvl3pPr marL="1371600" indent="-298450">
              <a:spcBef>
                <a:spcPts val="0"/>
              </a:spcBef>
              <a:spcAft>
                <a:spcPts val="0"/>
              </a:spcAft>
              <a:buSzPts val="1100"/>
              <a:buChar char="■"/>
              <a:defRPr/>
            </a:lvl3pPr>
            <a:lvl4pPr marL="1828800" indent="-298450">
              <a:spcBef>
                <a:spcPts val="0"/>
              </a:spcBef>
              <a:spcAft>
                <a:spcPts val="0"/>
              </a:spcAft>
              <a:buSzPts val="1100"/>
              <a:buChar char="●"/>
              <a:defRPr/>
            </a:lvl4pPr>
            <a:lvl5pPr marL="2286000" indent="-298450">
              <a:spcBef>
                <a:spcPts val="0"/>
              </a:spcBef>
              <a:spcAft>
                <a:spcPts val="0"/>
              </a:spcAft>
              <a:buSzPts val="1100"/>
              <a:buChar char="○"/>
              <a:defRPr/>
            </a:lvl5pPr>
            <a:lvl6pPr marL="2743200" indent="-298450">
              <a:spcBef>
                <a:spcPts val="0"/>
              </a:spcBef>
              <a:spcAft>
                <a:spcPts val="0"/>
              </a:spcAft>
              <a:buSzPts val="1100"/>
              <a:buChar char="■"/>
              <a:defRPr/>
            </a:lvl6pPr>
            <a:lvl7pPr marL="3200400" indent="-298450">
              <a:spcBef>
                <a:spcPts val="0"/>
              </a:spcBef>
              <a:spcAft>
                <a:spcPts val="0"/>
              </a:spcAft>
              <a:buSzPts val="1100"/>
              <a:buChar char="●"/>
              <a:defRPr/>
            </a:lvl7pPr>
            <a:lvl8pPr marL="3657600" indent="-298450">
              <a:spcBef>
                <a:spcPts val="0"/>
              </a:spcBef>
              <a:spcAft>
                <a:spcPts val="0"/>
              </a:spcAft>
              <a:buSzPts val="1100"/>
              <a:buChar char="○"/>
              <a:defRPr/>
            </a:lvl8pPr>
            <a:lvl9pPr marL="4114800" indent="-298450">
              <a:spcBef>
                <a:spcPts val="0"/>
              </a:spcBef>
              <a:spcAft>
                <a:spcPts val="0"/>
              </a:spcAft>
              <a:buSzPts val="1100"/>
              <a:buChar char="■"/>
              <a:defRPr/>
            </a:lvl9pPr>
          </a:lstStyle>
          <a:p xmlns:a="http://schemas.openxmlformats.org/drawingml/2006/main"/>
        </p:txBody>
      </p:sp>
      <p:sp>
        <p:nvSpPr>
          <p:cNvPr id="25" name="Google Shape;25;p4">
            <a:extLst xmlns:a="http://schemas.openxmlformats.org/drawingml/2006/main">
              <a:ext uri="{FF2B5EF4-FFF2-40B4-BE49-F238E27FC236}">
                <a16:creationId xmlns:a16="http://schemas.microsoft.com/office/drawing/2014/main" id="{D47FE665-74E2-49EF-B10B-852FFA9FA720}"/>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p:spPr>
        <p:txBody>
          <a:bodyPr xmlns:a="http://schemas.openxmlformats.org/drawingml/2006/main" spcFirstLastPara="1" wrap="square" lIns="91425" tIns="91425" rIns="91425" bIns="91425" anchor="ctr">
            <a:normAutofit/>
          </a:bodyPr>
          <a:lstStyle xmlns:a="http://schemas.openxmlformats.org/drawingml/2006/main">
            <a:lvl1pPr>
              <a:buNone/>
              <a:defRPr/>
            </a:lvl1pPr>
            <a:lvl2pPr>
              <a:buNone/>
              <a:defRPr/>
            </a:lvl2pPr>
            <a:lvl3pPr>
              <a:buNone/>
              <a:defRPr/>
            </a:lvl3pPr>
            <a:lvl4pPr>
              <a:buNone/>
              <a:defRPr/>
            </a:lvl4pPr>
            <a:lvl5pPr>
              <a:buNone/>
              <a:defRPr/>
            </a:lvl5pPr>
            <a:lvl6pPr>
              <a:buNone/>
              <a:defRPr/>
            </a:lvl6pPr>
            <a:lvl7pPr>
              <a:buNone/>
              <a:defRPr/>
            </a:lvl7pPr>
            <a:lvl8pPr>
              <a:buNone/>
              <a:defRPr/>
            </a:lvl8pPr>
            <a:lvl9pPr>
              <a:buNone/>
              <a:defRPr/>
            </a:lvl9pPr>
          </a:lstStyle>
          <a:p xmlns:a="http://schemas.openxmlformats.org/drawingml/2006/main">
            <a:pPr marL="0" indent="0" algn="r">
              <a:spcBef>
                <a:spcPts val="0"/>
              </a:spcBef>
              <a:spcAft>
                <a:spcPts val="0"/>
              </a:spcAft>
              <a:buNone/>
            </a:pPr>
            <a:fld id="{00000000-1234-1234-1234-123412341234}" type="slidenum">
              <a:t>‹#›</a:t>
            </a:fld>
          </a:p>
        </p:txBody>
      </p:sp>
    </p:spTree>
  </p:cSld>
</p:sldLayout>
</file>

<file path=ppt/slideLayouts/slideLayout4.xml><?xml version="1.0" encoding="utf-8"?>
<p:sldLayout xmlns:p="http://schemas.openxmlformats.org/presentationml/2006/main" matchingName="Title and two columns">
  <p:cSld name="TITLE_AND_TWO_COLUMNS">
    <p:spTree>
      <p:nvGrpSpPr>
        <p:cNvPr id="1" name=""/>
        <p:cNvGrpSpPr/>
        <p:nvPr/>
      </p:nvGrpSpPr>
      <p:grpSpPr>
        <a:xfrm xmlns:a="http://schemas.openxmlformats.org/drawingml/2006/main"/>
      </p:grpSpPr>
      <p:sp>
        <p:nvSpPr>
          <p:cNvPr id="27" name="Google Shape;27;p5">
            <a:extLst xmlns:a="http://schemas.openxmlformats.org/drawingml/2006/main">
              <a:ext uri="{FF2B5EF4-FFF2-40B4-BE49-F238E27FC236}">
                <a16:creationId xmlns:a16="http://schemas.microsoft.com/office/drawing/2014/main" id="{D342E217-E87A-4AFF-8A32-0322047D3D0C}"/>
              </a:ext>
            </a:extLst>
          </p:cNvPr>
          <p:cNvSpPr>
            <a:spLocks xmlns:a="http://schemas.openxmlformats.org/drawingml/2006/main" noGrp="1"/>
          </p:cNvSpPr>
          <p:nvPr/>
        </p:nvSpPr>
        <p:spPr>
          <a:xfrm xmlns:a="http://schemas.openxmlformats.org/drawingml/2006/main">
            <a:off x="0" y="0"/>
            <a:ext cx="9144000" cy="1277100"/>
          </a:xfrm>
          <a:prstGeom xmlns:a="http://schemas.openxmlformats.org/drawingml/2006/main" prst="rect">
            <a:avLst/>
          </a:prstGeom>
          <a:solidFill xmlns:a="http://schemas.openxmlformats.org/drawingml/2006/main">
            <a:schemeClr val="dk1"/>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28" name="Google Shape;28;p5">
            <a:extLst xmlns:a="http://schemas.openxmlformats.org/drawingml/2006/main">
              <a:ext uri="{FF2B5EF4-FFF2-40B4-BE49-F238E27FC236}">
                <a16:creationId xmlns:a16="http://schemas.microsoft.com/office/drawing/2014/main" id="{5945CA93-0808-4B58-ACDD-5FE4FA40BC69}"/>
              </a:ext>
            </a:extLst>
          </p:cNvPr>
          <p:cNvSpPr>
            <a:spLocks xmlns:a="http://schemas.openxmlformats.org/drawingml/2006/main" noGrp="1"/>
          </p:cNvSpPr>
          <p:nvPr>
            <p:ph type="title" idx="0"/>
          </p:nvPr>
        </p:nvSpPr>
        <p:spPr>
          <a:xfrm xmlns:a="http://schemas.openxmlformats.org/drawingml/2006/main">
            <a:off x="311725" y="500925"/>
            <a:ext cx="8520600" cy="623700"/>
          </a:xfrm>
          <a:prstGeom xmlns:a="http://schemas.openxmlformats.org/drawingml/2006/main" prst="rect">
            <a:avLst/>
          </a:prstGeom>
        </p:spPr>
        <p:txBody>
          <a:bodyPr xmlns:a="http://schemas.openxmlformats.org/drawingml/2006/main" spcFirstLastPara="1" wrap="square" lIns="91425" tIns="91425" rIns="91425" bIns="91425" anchor="t">
            <a:normAutofit/>
          </a:bodyPr>
          <a:lstStyle xmlns:a="http://schemas.openxmlformats.org/drawingml/2006/main">
            <a:lvl1pPr>
              <a:spcBef>
                <a:spcPts val="0"/>
              </a:spcBef>
              <a:spcAft>
                <a:spcPts val="0"/>
              </a:spcAft>
              <a:buClr>
                <a:schemeClr val="lt1"/>
              </a:buClr>
              <a:buSzPts val="2800"/>
              <a:buNone/>
              <a:defRPr>
                <a:solidFill>
                  <a:schemeClr val="lt1"/>
                </a:solidFill>
              </a:defRPr>
            </a:lvl1pPr>
            <a:lvl2pPr>
              <a:spcBef>
                <a:spcPts val="0"/>
              </a:spcBef>
              <a:spcAft>
                <a:spcPts val="0"/>
              </a:spcAft>
              <a:buClr>
                <a:schemeClr val="lt1"/>
              </a:buClr>
              <a:buSzPts val="2800"/>
              <a:buNone/>
              <a:defRPr>
                <a:solidFill>
                  <a:schemeClr val="lt1"/>
                </a:solidFill>
              </a:defRPr>
            </a:lvl2pPr>
            <a:lvl3pPr>
              <a:spcBef>
                <a:spcPts val="0"/>
              </a:spcBef>
              <a:spcAft>
                <a:spcPts val="0"/>
              </a:spcAft>
              <a:buClr>
                <a:schemeClr val="lt1"/>
              </a:buClr>
              <a:buSzPts val="2800"/>
              <a:buNone/>
              <a:defRPr>
                <a:solidFill>
                  <a:schemeClr val="lt1"/>
                </a:solidFill>
              </a:defRPr>
            </a:lvl3pPr>
            <a:lvl4pPr>
              <a:spcBef>
                <a:spcPts val="0"/>
              </a:spcBef>
              <a:spcAft>
                <a:spcPts val="0"/>
              </a:spcAft>
              <a:buClr>
                <a:schemeClr val="lt1"/>
              </a:buClr>
              <a:buSzPts val="2800"/>
              <a:buNone/>
              <a:defRPr>
                <a:solidFill>
                  <a:schemeClr val="lt1"/>
                </a:solidFill>
              </a:defRPr>
            </a:lvl4pPr>
            <a:lvl5pPr>
              <a:spcBef>
                <a:spcPts val="0"/>
              </a:spcBef>
              <a:spcAft>
                <a:spcPts val="0"/>
              </a:spcAft>
              <a:buClr>
                <a:schemeClr val="lt1"/>
              </a:buClr>
              <a:buSzPts val="2800"/>
              <a:buNone/>
              <a:defRPr>
                <a:solidFill>
                  <a:schemeClr val="lt1"/>
                </a:solidFill>
              </a:defRPr>
            </a:lvl5pPr>
            <a:lvl6pPr>
              <a:spcBef>
                <a:spcPts val="0"/>
              </a:spcBef>
              <a:spcAft>
                <a:spcPts val="0"/>
              </a:spcAft>
              <a:buClr>
                <a:schemeClr val="lt1"/>
              </a:buClr>
              <a:buSzPts val="2800"/>
              <a:buNone/>
              <a:defRPr>
                <a:solidFill>
                  <a:schemeClr val="lt1"/>
                </a:solidFill>
              </a:defRPr>
            </a:lvl6pPr>
            <a:lvl7pPr>
              <a:spcBef>
                <a:spcPts val="0"/>
              </a:spcBef>
              <a:spcAft>
                <a:spcPts val="0"/>
              </a:spcAft>
              <a:buClr>
                <a:schemeClr val="lt1"/>
              </a:buClr>
              <a:buSzPts val="2800"/>
              <a:buNone/>
              <a:defRPr>
                <a:solidFill>
                  <a:schemeClr val="lt1"/>
                </a:solidFill>
              </a:defRPr>
            </a:lvl7pPr>
            <a:lvl8pPr>
              <a:spcBef>
                <a:spcPts val="0"/>
              </a:spcBef>
              <a:spcAft>
                <a:spcPts val="0"/>
              </a:spcAft>
              <a:buClr>
                <a:schemeClr val="lt1"/>
              </a:buClr>
              <a:buSzPts val="2800"/>
              <a:buNone/>
              <a:defRPr>
                <a:solidFill>
                  <a:schemeClr val="lt1"/>
                </a:solidFill>
              </a:defRPr>
            </a:lvl8pPr>
            <a:lvl9pPr>
              <a:spcBef>
                <a:spcPts val="0"/>
              </a:spcBef>
              <a:spcAft>
                <a:spcPts val="0"/>
              </a:spcAft>
              <a:buClr>
                <a:schemeClr val="lt1"/>
              </a:buClr>
              <a:buSzPts val="2800"/>
              <a:buNone/>
              <a:defRPr>
                <a:solidFill>
                  <a:schemeClr val="lt1"/>
                </a:solidFill>
              </a:defRPr>
            </a:lvl9pPr>
          </a:lstStyle>
          <a:p xmlns:a="http://schemas.openxmlformats.org/drawingml/2006/main"/>
        </p:txBody>
      </p:sp>
      <p:sp>
        <p:nvSpPr>
          <p:cNvPr id="29" name="Google Shape;29;p5">
            <a:extLst xmlns:a="http://schemas.openxmlformats.org/drawingml/2006/main">
              <a:ext uri="{FF2B5EF4-FFF2-40B4-BE49-F238E27FC236}">
                <a16:creationId xmlns:a16="http://schemas.microsoft.com/office/drawing/2014/main" id="{438650A8-C75D-4E76-AB86-B30CE3803590}"/>
              </a:ext>
            </a:extLst>
          </p:cNvPr>
          <p:cNvSpPr>
            <a:spLocks xmlns:a="http://schemas.openxmlformats.org/drawingml/2006/main" noGrp="1"/>
          </p:cNvSpPr>
          <p:nvPr>
            <p:ph type="body" idx="1"/>
          </p:nvPr>
        </p:nvSpPr>
        <p:spPr>
          <a:xfrm xmlns:a="http://schemas.openxmlformats.org/drawingml/2006/main">
            <a:off x="311700" y="1505700"/>
            <a:ext cx="3999900" cy="3076200"/>
          </a:xfrm>
          <a:prstGeom xmlns:a="http://schemas.openxmlformats.org/drawingml/2006/main" prst="rect">
            <a:avLst/>
          </a:prstGeom>
        </p:spPr>
        <p:txBody>
          <a:bodyPr xmlns:a="http://schemas.openxmlformats.org/drawingml/2006/main" spcFirstLastPara="1" wrap="square" lIns="91425" tIns="91425" rIns="91425" bIns="91425" anchor="t">
            <a:normAutofit/>
          </a:bodyPr>
          <a:lstStyle xmlns:a="http://schemas.openxmlformats.org/drawingml/2006/main">
            <a:lvl1pPr marL="457200" indent="-311150">
              <a:spcBef>
                <a:spcPts val="0"/>
              </a:spcBef>
              <a:spcAft>
                <a:spcPts val="0"/>
              </a:spcAft>
              <a:buSzPts val="1300"/>
              <a:buChar char="●"/>
              <a:defRPr/>
            </a:lvl1pPr>
            <a:lvl2pPr marL="914400" indent="-298450">
              <a:spcBef>
                <a:spcPts val="0"/>
              </a:spcBef>
              <a:spcAft>
                <a:spcPts val="0"/>
              </a:spcAft>
              <a:buSzPts val="1100"/>
              <a:buChar char="○"/>
              <a:defRPr/>
            </a:lvl2pPr>
            <a:lvl3pPr marL="1371600" indent="-298450">
              <a:spcBef>
                <a:spcPts val="0"/>
              </a:spcBef>
              <a:spcAft>
                <a:spcPts val="0"/>
              </a:spcAft>
              <a:buSzPts val="1100"/>
              <a:buChar char="■"/>
              <a:defRPr/>
            </a:lvl3pPr>
            <a:lvl4pPr marL="1828800" indent="-298450">
              <a:spcBef>
                <a:spcPts val="0"/>
              </a:spcBef>
              <a:spcAft>
                <a:spcPts val="0"/>
              </a:spcAft>
              <a:buSzPts val="1100"/>
              <a:buChar char="●"/>
              <a:defRPr/>
            </a:lvl4pPr>
            <a:lvl5pPr marL="2286000" indent="-298450">
              <a:spcBef>
                <a:spcPts val="0"/>
              </a:spcBef>
              <a:spcAft>
                <a:spcPts val="0"/>
              </a:spcAft>
              <a:buSzPts val="1100"/>
              <a:buChar char="○"/>
              <a:defRPr/>
            </a:lvl5pPr>
            <a:lvl6pPr marL="2743200" indent="-298450">
              <a:spcBef>
                <a:spcPts val="0"/>
              </a:spcBef>
              <a:spcAft>
                <a:spcPts val="0"/>
              </a:spcAft>
              <a:buSzPts val="1100"/>
              <a:buChar char="■"/>
              <a:defRPr/>
            </a:lvl6pPr>
            <a:lvl7pPr marL="3200400" indent="-298450">
              <a:spcBef>
                <a:spcPts val="0"/>
              </a:spcBef>
              <a:spcAft>
                <a:spcPts val="0"/>
              </a:spcAft>
              <a:buSzPts val="1100"/>
              <a:buChar char="●"/>
              <a:defRPr/>
            </a:lvl7pPr>
            <a:lvl8pPr marL="3657600" indent="-298450">
              <a:spcBef>
                <a:spcPts val="0"/>
              </a:spcBef>
              <a:spcAft>
                <a:spcPts val="0"/>
              </a:spcAft>
              <a:buSzPts val="1100"/>
              <a:buChar char="○"/>
              <a:defRPr/>
            </a:lvl8pPr>
            <a:lvl9pPr marL="4114800" indent="-298450">
              <a:spcBef>
                <a:spcPts val="0"/>
              </a:spcBef>
              <a:spcAft>
                <a:spcPts val="0"/>
              </a:spcAft>
              <a:buSzPts val="1100"/>
              <a:buChar char="■"/>
              <a:defRPr/>
            </a:lvl9pPr>
          </a:lstStyle>
          <a:p xmlns:a="http://schemas.openxmlformats.org/drawingml/2006/main"/>
        </p:txBody>
      </p:sp>
      <p:sp>
        <p:nvSpPr>
          <p:cNvPr id="30" name="Google Shape;30;p5">
            <a:extLst xmlns:a="http://schemas.openxmlformats.org/drawingml/2006/main">
              <a:ext uri="{FF2B5EF4-FFF2-40B4-BE49-F238E27FC236}">
                <a16:creationId xmlns:a16="http://schemas.microsoft.com/office/drawing/2014/main" id="{7E27082D-343A-4109-8DCB-9039C96CD245}"/>
              </a:ext>
            </a:extLst>
          </p:cNvPr>
          <p:cNvSpPr>
            <a:spLocks xmlns:a="http://schemas.openxmlformats.org/drawingml/2006/main" noGrp="1"/>
          </p:cNvSpPr>
          <p:nvPr>
            <p:ph type="body" idx="2"/>
          </p:nvPr>
        </p:nvSpPr>
        <p:spPr>
          <a:xfrm xmlns:a="http://schemas.openxmlformats.org/drawingml/2006/main">
            <a:off x="4832400" y="1505700"/>
            <a:ext cx="3999900" cy="3076200"/>
          </a:xfrm>
          <a:prstGeom xmlns:a="http://schemas.openxmlformats.org/drawingml/2006/main" prst="rect">
            <a:avLst/>
          </a:prstGeom>
        </p:spPr>
        <p:txBody>
          <a:bodyPr xmlns:a="http://schemas.openxmlformats.org/drawingml/2006/main" spcFirstLastPara="1" wrap="square" lIns="91425" tIns="91425" rIns="91425" bIns="91425" anchor="t">
            <a:normAutofit/>
          </a:bodyPr>
          <a:lstStyle xmlns:a="http://schemas.openxmlformats.org/drawingml/2006/main">
            <a:lvl1pPr marL="457200" indent="-311150">
              <a:spcBef>
                <a:spcPts val="0"/>
              </a:spcBef>
              <a:spcAft>
                <a:spcPts val="0"/>
              </a:spcAft>
              <a:buSzPts val="1300"/>
              <a:buChar char="●"/>
              <a:defRPr/>
            </a:lvl1pPr>
            <a:lvl2pPr marL="914400" indent="-298450">
              <a:spcBef>
                <a:spcPts val="0"/>
              </a:spcBef>
              <a:spcAft>
                <a:spcPts val="0"/>
              </a:spcAft>
              <a:buSzPts val="1100"/>
              <a:buChar char="○"/>
              <a:defRPr/>
            </a:lvl2pPr>
            <a:lvl3pPr marL="1371600" indent="-298450">
              <a:spcBef>
                <a:spcPts val="0"/>
              </a:spcBef>
              <a:spcAft>
                <a:spcPts val="0"/>
              </a:spcAft>
              <a:buSzPts val="1100"/>
              <a:buChar char="■"/>
              <a:defRPr/>
            </a:lvl3pPr>
            <a:lvl4pPr marL="1828800" indent="-298450">
              <a:spcBef>
                <a:spcPts val="0"/>
              </a:spcBef>
              <a:spcAft>
                <a:spcPts val="0"/>
              </a:spcAft>
              <a:buSzPts val="1100"/>
              <a:buChar char="●"/>
              <a:defRPr/>
            </a:lvl4pPr>
            <a:lvl5pPr marL="2286000" indent="-298450">
              <a:spcBef>
                <a:spcPts val="0"/>
              </a:spcBef>
              <a:spcAft>
                <a:spcPts val="0"/>
              </a:spcAft>
              <a:buSzPts val="1100"/>
              <a:buChar char="○"/>
              <a:defRPr/>
            </a:lvl5pPr>
            <a:lvl6pPr marL="2743200" indent="-298450">
              <a:spcBef>
                <a:spcPts val="0"/>
              </a:spcBef>
              <a:spcAft>
                <a:spcPts val="0"/>
              </a:spcAft>
              <a:buSzPts val="1100"/>
              <a:buChar char="■"/>
              <a:defRPr/>
            </a:lvl6pPr>
            <a:lvl7pPr marL="3200400" indent="-298450">
              <a:spcBef>
                <a:spcPts val="0"/>
              </a:spcBef>
              <a:spcAft>
                <a:spcPts val="0"/>
              </a:spcAft>
              <a:buSzPts val="1100"/>
              <a:buChar char="●"/>
              <a:defRPr/>
            </a:lvl7pPr>
            <a:lvl8pPr marL="3657600" indent="-298450">
              <a:spcBef>
                <a:spcPts val="0"/>
              </a:spcBef>
              <a:spcAft>
                <a:spcPts val="0"/>
              </a:spcAft>
              <a:buSzPts val="1100"/>
              <a:buChar char="○"/>
              <a:defRPr/>
            </a:lvl8pPr>
            <a:lvl9pPr marL="4114800" indent="-298450">
              <a:spcBef>
                <a:spcPts val="0"/>
              </a:spcBef>
              <a:spcAft>
                <a:spcPts val="0"/>
              </a:spcAft>
              <a:buSzPts val="1100"/>
              <a:buChar char="■"/>
              <a:defRPr/>
            </a:lvl9pPr>
          </a:lstStyle>
          <a:p xmlns:a="http://schemas.openxmlformats.org/drawingml/2006/main"/>
        </p:txBody>
      </p:sp>
      <p:sp>
        <p:nvSpPr>
          <p:cNvPr id="31" name="Google Shape;31;p5">
            <a:extLst xmlns:a="http://schemas.openxmlformats.org/drawingml/2006/main">
              <a:ext uri="{FF2B5EF4-FFF2-40B4-BE49-F238E27FC236}">
                <a16:creationId xmlns:a16="http://schemas.microsoft.com/office/drawing/2014/main" id="{841ECFF5-771A-4EE6-8174-7BE51294AE59}"/>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p:spPr>
        <p:txBody>
          <a:bodyPr xmlns:a="http://schemas.openxmlformats.org/drawingml/2006/main" spcFirstLastPara="1" wrap="square" lIns="91425" tIns="91425" rIns="91425" bIns="91425" anchor="ctr">
            <a:normAutofit/>
          </a:bodyPr>
          <a:lstStyle xmlns:a="http://schemas.openxmlformats.org/drawingml/2006/main">
            <a:lvl1pPr>
              <a:buNone/>
              <a:defRPr/>
            </a:lvl1pPr>
            <a:lvl2pPr>
              <a:buNone/>
              <a:defRPr/>
            </a:lvl2pPr>
            <a:lvl3pPr>
              <a:buNone/>
              <a:defRPr/>
            </a:lvl3pPr>
            <a:lvl4pPr>
              <a:buNone/>
              <a:defRPr/>
            </a:lvl4pPr>
            <a:lvl5pPr>
              <a:buNone/>
              <a:defRPr/>
            </a:lvl5pPr>
            <a:lvl6pPr>
              <a:buNone/>
              <a:defRPr/>
            </a:lvl6pPr>
            <a:lvl7pPr>
              <a:buNone/>
              <a:defRPr/>
            </a:lvl7pPr>
            <a:lvl8pPr>
              <a:buNone/>
              <a:defRPr/>
            </a:lvl8pPr>
            <a:lvl9pPr>
              <a:buNone/>
              <a:defRPr/>
            </a:lvl9pPr>
          </a:lstStyle>
          <a:p xmlns:a="http://schemas.openxmlformats.org/drawingml/2006/main">
            <a:pPr marL="0" indent="0" algn="r">
              <a:spcBef>
                <a:spcPts val="0"/>
              </a:spcBef>
              <a:spcAft>
                <a:spcPts val="0"/>
              </a:spcAft>
              <a:buNone/>
            </a:pPr>
            <a:fld id="{00000000-1234-1234-1234-123412341234}" type="slidenum">
              <a:t>‹#›</a:t>
            </a:fld>
          </a:p>
        </p:txBody>
      </p:sp>
    </p:spTree>
  </p:cSld>
</p:sldLayout>
</file>

<file path=ppt/slideLayouts/slideLayout5.xml><?xml version="1.0" encoding="utf-8"?>
<p:sldLayout xmlns:p="http://schemas.openxmlformats.org/presentationml/2006/main" matchingName="Title only" type="titleOnly">
  <p:cSld name="TITLE_ONLY">
    <p:spTree>
      <p:nvGrpSpPr>
        <p:cNvPr id="1" name=""/>
        <p:cNvGrpSpPr/>
        <p:nvPr/>
      </p:nvGrpSpPr>
      <p:grpSpPr>
        <a:xfrm xmlns:a="http://schemas.openxmlformats.org/drawingml/2006/main"/>
      </p:grpSpPr>
      <p:sp>
        <p:nvSpPr>
          <p:cNvPr id="33" name="Google Shape;33;p6">
            <a:extLst xmlns:a="http://schemas.openxmlformats.org/drawingml/2006/main">
              <a:ext uri="{FF2B5EF4-FFF2-40B4-BE49-F238E27FC236}">
                <a16:creationId xmlns:a16="http://schemas.microsoft.com/office/drawing/2014/main" id="{051A9C4C-9C11-4042-A638-DB8B0508DFFF}"/>
              </a:ext>
            </a:extLst>
          </p:cNvPr>
          <p:cNvSpPr>
            <a:spLocks xmlns:a="http://schemas.openxmlformats.org/drawingml/2006/main" noGrp="1"/>
          </p:cNvSpPr>
          <p:nvPr/>
        </p:nvSpPr>
        <p:spPr>
          <a:xfrm xmlns:a="http://schemas.openxmlformats.org/drawingml/2006/main">
            <a:off x="0" y="0"/>
            <a:ext cx="9144000" cy="1277100"/>
          </a:xfrm>
          <a:prstGeom xmlns:a="http://schemas.openxmlformats.org/drawingml/2006/main" prst="rect">
            <a:avLst/>
          </a:prstGeom>
          <a:solidFill xmlns:a="http://schemas.openxmlformats.org/drawingml/2006/main">
            <a:schemeClr val="dk1"/>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34" name="Google Shape;34;p6">
            <a:extLst xmlns:a="http://schemas.openxmlformats.org/drawingml/2006/main">
              <a:ext uri="{FF2B5EF4-FFF2-40B4-BE49-F238E27FC236}">
                <a16:creationId xmlns:a16="http://schemas.microsoft.com/office/drawing/2014/main" id="{74822217-57BE-41C3-86EF-D2CF076AC7B9}"/>
              </a:ext>
            </a:extLst>
          </p:cNvPr>
          <p:cNvSpPr>
            <a:spLocks xmlns:a="http://schemas.openxmlformats.org/drawingml/2006/main" noGrp="1"/>
          </p:cNvSpPr>
          <p:nvPr>
            <p:ph type="title" idx="0"/>
          </p:nvPr>
        </p:nvSpPr>
        <p:spPr>
          <a:xfrm xmlns:a="http://schemas.openxmlformats.org/drawingml/2006/main">
            <a:off x="311725" y="500925"/>
            <a:ext cx="8520600" cy="623700"/>
          </a:xfrm>
          <a:prstGeom xmlns:a="http://schemas.openxmlformats.org/drawingml/2006/main" prst="rect">
            <a:avLst/>
          </a:prstGeom>
        </p:spPr>
        <p:txBody>
          <a:bodyPr xmlns:a="http://schemas.openxmlformats.org/drawingml/2006/main" spcFirstLastPara="1" wrap="square" lIns="91425" tIns="91425" rIns="91425" bIns="91425" anchor="t">
            <a:normAutofit/>
          </a:bodyPr>
          <a:lstStyle xmlns:a="http://schemas.openxmlformats.org/drawingml/2006/main">
            <a:lvl1pPr>
              <a:spcBef>
                <a:spcPts val="0"/>
              </a:spcBef>
              <a:spcAft>
                <a:spcPts val="0"/>
              </a:spcAft>
              <a:buClr>
                <a:schemeClr val="lt1"/>
              </a:buClr>
              <a:buSzPts val="2800"/>
              <a:buNone/>
              <a:defRPr>
                <a:solidFill>
                  <a:schemeClr val="lt1"/>
                </a:solidFill>
              </a:defRPr>
            </a:lvl1pPr>
            <a:lvl2pPr>
              <a:spcBef>
                <a:spcPts val="0"/>
              </a:spcBef>
              <a:spcAft>
                <a:spcPts val="0"/>
              </a:spcAft>
              <a:buClr>
                <a:schemeClr val="lt1"/>
              </a:buClr>
              <a:buSzPts val="2800"/>
              <a:buNone/>
              <a:defRPr>
                <a:solidFill>
                  <a:schemeClr val="lt1"/>
                </a:solidFill>
              </a:defRPr>
            </a:lvl2pPr>
            <a:lvl3pPr>
              <a:spcBef>
                <a:spcPts val="0"/>
              </a:spcBef>
              <a:spcAft>
                <a:spcPts val="0"/>
              </a:spcAft>
              <a:buClr>
                <a:schemeClr val="lt1"/>
              </a:buClr>
              <a:buSzPts val="2800"/>
              <a:buNone/>
              <a:defRPr>
                <a:solidFill>
                  <a:schemeClr val="lt1"/>
                </a:solidFill>
              </a:defRPr>
            </a:lvl3pPr>
            <a:lvl4pPr>
              <a:spcBef>
                <a:spcPts val="0"/>
              </a:spcBef>
              <a:spcAft>
                <a:spcPts val="0"/>
              </a:spcAft>
              <a:buClr>
                <a:schemeClr val="lt1"/>
              </a:buClr>
              <a:buSzPts val="2800"/>
              <a:buNone/>
              <a:defRPr>
                <a:solidFill>
                  <a:schemeClr val="lt1"/>
                </a:solidFill>
              </a:defRPr>
            </a:lvl4pPr>
            <a:lvl5pPr>
              <a:spcBef>
                <a:spcPts val="0"/>
              </a:spcBef>
              <a:spcAft>
                <a:spcPts val="0"/>
              </a:spcAft>
              <a:buClr>
                <a:schemeClr val="lt1"/>
              </a:buClr>
              <a:buSzPts val="2800"/>
              <a:buNone/>
              <a:defRPr>
                <a:solidFill>
                  <a:schemeClr val="lt1"/>
                </a:solidFill>
              </a:defRPr>
            </a:lvl5pPr>
            <a:lvl6pPr>
              <a:spcBef>
                <a:spcPts val="0"/>
              </a:spcBef>
              <a:spcAft>
                <a:spcPts val="0"/>
              </a:spcAft>
              <a:buClr>
                <a:schemeClr val="lt1"/>
              </a:buClr>
              <a:buSzPts val="2800"/>
              <a:buNone/>
              <a:defRPr>
                <a:solidFill>
                  <a:schemeClr val="lt1"/>
                </a:solidFill>
              </a:defRPr>
            </a:lvl6pPr>
            <a:lvl7pPr>
              <a:spcBef>
                <a:spcPts val="0"/>
              </a:spcBef>
              <a:spcAft>
                <a:spcPts val="0"/>
              </a:spcAft>
              <a:buClr>
                <a:schemeClr val="lt1"/>
              </a:buClr>
              <a:buSzPts val="2800"/>
              <a:buNone/>
              <a:defRPr>
                <a:solidFill>
                  <a:schemeClr val="lt1"/>
                </a:solidFill>
              </a:defRPr>
            </a:lvl7pPr>
            <a:lvl8pPr>
              <a:spcBef>
                <a:spcPts val="0"/>
              </a:spcBef>
              <a:spcAft>
                <a:spcPts val="0"/>
              </a:spcAft>
              <a:buClr>
                <a:schemeClr val="lt1"/>
              </a:buClr>
              <a:buSzPts val="2800"/>
              <a:buNone/>
              <a:defRPr>
                <a:solidFill>
                  <a:schemeClr val="lt1"/>
                </a:solidFill>
              </a:defRPr>
            </a:lvl8pPr>
            <a:lvl9pPr>
              <a:spcBef>
                <a:spcPts val="0"/>
              </a:spcBef>
              <a:spcAft>
                <a:spcPts val="0"/>
              </a:spcAft>
              <a:buClr>
                <a:schemeClr val="lt1"/>
              </a:buClr>
              <a:buSzPts val="2800"/>
              <a:buNone/>
              <a:defRPr>
                <a:solidFill>
                  <a:schemeClr val="lt1"/>
                </a:solidFill>
              </a:defRPr>
            </a:lvl9pPr>
          </a:lstStyle>
          <a:p xmlns:a="http://schemas.openxmlformats.org/drawingml/2006/main"/>
        </p:txBody>
      </p:sp>
      <p:sp>
        <p:nvSpPr>
          <p:cNvPr id="35" name="Google Shape;35;p6">
            <a:extLst xmlns:a="http://schemas.openxmlformats.org/drawingml/2006/main">
              <a:ext uri="{FF2B5EF4-FFF2-40B4-BE49-F238E27FC236}">
                <a16:creationId xmlns:a16="http://schemas.microsoft.com/office/drawing/2014/main" id="{986277FD-20CC-471B-9C20-1F89425064E0}"/>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p:spPr>
        <p:txBody>
          <a:bodyPr xmlns:a="http://schemas.openxmlformats.org/drawingml/2006/main" spcFirstLastPara="1" wrap="square" lIns="91425" tIns="91425" rIns="91425" bIns="91425" anchor="ctr">
            <a:normAutofit/>
          </a:bodyPr>
          <a:lstStyle xmlns:a="http://schemas.openxmlformats.org/drawingml/2006/main">
            <a:lvl1pPr>
              <a:buNone/>
              <a:defRPr/>
            </a:lvl1pPr>
            <a:lvl2pPr>
              <a:buNone/>
              <a:defRPr/>
            </a:lvl2pPr>
            <a:lvl3pPr>
              <a:buNone/>
              <a:defRPr/>
            </a:lvl3pPr>
            <a:lvl4pPr>
              <a:buNone/>
              <a:defRPr/>
            </a:lvl4pPr>
            <a:lvl5pPr>
              <a:buNone/>
              <a:defRPr/>
            </a:lvl5pPr>
            <a:lvl6pPr>
              <a:buNone/>
              <a:defRPr/>
            </a:lvl6pPr>
            <a:lvl7pPr>
              <a:buNone/>
              <a:defRPr/>
            </a:lvl7pPr>
            <a:lvl8pPr>
              <a:buNone/>
              <a:defRPr/>
            </a:lvl8pPr>
            <a:lvl9pPr>
              <a:buNone/>
              <a:defRPr/>
            </a:lvl9pPr>
          </a:lstStyle>
          <a:p xmlns:a="http://schemas.openxmlformats.org/drawingml/2006/main">
            <a:pPr marL="0" indent="0" algn="r">
              <a:spcBef>
                <a:spcPts val="0"/>
              </a:spcBef>
              <a:spcAft>
                <a:spcPts val="0"/>
              </a:spcAft>
              <a:buNone/>
            </a:pPr>
            <a:fld id="{00000000-1234-1234-1234-123412341234}" type="slidenum">
              <a:t>‹#›</a:t>
            </a:fld>
          </a:p>
        </p:txBody>
      </p:sp>
    </p:spTree>
  </p:cSld>
</p:sldLayout>
</file>

<file path=ppt/slideLayouts/slideLayout6.xml><?xml version="1.0" encoding="utf-8"?>
<p:sldLayout xmlns:p="http://schemas.openxmlformats.org/presentationml/2006/main" matchingName="One column text">
  <p:cSld name="ONE_COLUMN_TEXT">
    <p:spTree>
      <p:nvGrpSpPr>
        <p:cNvPr id="1" name=""/>
        <p:cNvGrpSpPr/>
        <p:nvPr/>
      </p:nvGrpSpPr>
      <p:grpSpPr>
        <a:xfrm xmlns:a="http://schemas.openxmlformats.org/drawingml/2006/main"/>
      </p:grpSpPr>
      <p:sp>
        <p:nvSpPr>
          <p:cNvPr id="37" name="Google Shape;37;p7">
            <a:extLst xmlns:a="http://schemas.openxmlformats.org/drawingml/2006/main">
              <a:ext uri="{FF2B5EF4-FFF2-40B4-BE49-F238E27FC236}">
                <a16:creationId xmlns:a16="http://schemas.microsoft.com/office/drawing/2014/main" id="{57E86628-12F9-4BF6-8C2E-1CC1DAADBEA9}"/>
              </a:ext>
            </a:extLst>
          </p:cNvPr>
          <p:cNvSpPr>
            <a:spLocks xmlns:a="http://schemas.openxmlformats.org/drawingml/2006/main" noGrp="1"/>
          </p:cNvSpPr>
          <p:nvPr/>
        </p:nvSpPr>
        <p:spPr>
          <a:xfrm xmlns:a="http://schemas.openxmlformats.org/drawingml/2006/main">
            <a:off x="0" y="0"/>
            <a:ext cx="3764400" cy="5143500"/>
          </a:xfrm>
          <a:prstGeom xmlns:a="http://schemas.openxmlformats.org/drawingml/2006/main" prst="rect">
            <a:avLst/>
          </a:prstGeom>
          <a:solidFill xmlns:a="http://schemas.openxmlformats.org/drawingml/2006/main">
            <a:schemeClr val="dk1"/>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38" name="Google Shape;38;p7">
            <a:extLst xmlns:a="http://schemas.openxmlformats.org/drawingml/2006/main">
              <a:ext uri="{FF2B5EF4-FFF2-40B4-BE49-F238E27FC236}">
                <a16:creationId xmlns:a16="http://schemas.microsoft.com/office/drawing/2014/main" id="{5AC0CE51-9872-42C9-B074-EF38ADA34D6F}"/>
              </a:ext>
            </a:extLst>
          </p:cNvPr>
          <p:cNvSpPr>
            <a:spLocks xmlns:a="http://schemas.openxmlformats.org/drawingml/2006/main" noGrp="1"/>
          </p:cNvSpPr>
          <p:nvPr>
            <p:ph type="title" idx="0"/>
          </p:nvPr>
        </p:nvSpPr>
        <p:spPr>
          <a:xfrm xmlns:a="http://schemas.openxmlformats.org/drawingml/2006/main">
            <a:off x="311725" y="500925"/>
            <a:ext cx="3127500" cy="1829100"/>
          </a:xfrm>
          <a:prstGeom xmlns:a="http://schemas.openxmlformats.org/drawingml/2006/main" prst="rect">
            <a:avLst/>
          </a:prstGeom>
        </p:spPr>
        <p:txBody>
          <a:bodyPr xmlns:a="http://schemas.openxmlformats.org/drawingml/2006/main" spcFirstLastPara="1" wrap="square" lIns="91425" tIns="91425" rIns="91425" bIns="91425" anchor="t">
            <a:normAutofit/>
          </a:bodyPr>
          <a:lstStyle xmlns:a="http://schemas.openxmlformats.org/drawingml/2006/main">
            <a:lvl1pPr>
              <a:spcBef>
                <a:spcPts val="0"/>
              </a:spcBef>
              <a:spcAft>
                <a:spcPts val="0"/>
              </a:spcAft>
              <a:buClr>
                <a:schemeClr val="lt1"/>
              </a:buClr>
              <a:buSzPts val="2800"/>
              <a:buNone/>
              <a:defRPr>
                <a:solidFill>
                  <a:schemeClr val="lt1"/>
                </a:solidFill>
              </a:defRPr>
            </a:lvl1pPr>
            <a:lvl2pPr>
              <a:spcBef>
                <a:spcPts val="0"/>
              </a:spcBef>
              <a:spcAft>
                <a:spcPts val="0"/>
              </a:spcAft>
              <a:buClr>
                <a:schemeClr val="lt1"/>
              </a:buClr>
              <a:buSzPts val="2800"/>
              <a:buNone/>
              <a:defRPr>
                <a:solidFill>
                  <a:schemeClr val="lt1"/>
                </a:solidFill>
              </a:defRPr>
            </a:lvl2pPr>
            <a:lvl3pPr>
              <a:spcBef>
                <a:spcPts val="0"/>
              </a:spcBef>
              <a:spcAft>
                <a:spcPts val="0"/>
              </a:spcAft>
              <a:buClr>
                <a:schemeClr val="lt1"/>
              </a:buClr>
              <a:buSzPts val="2800"/>
              <a:buNone/>
              <a:defRPr>
                <a:solidFill>
                  <a:schemeClr val="lt1"/>
                </a:solidFill>
              </a:defRPr>
            </a:lvl3pPr>
            <a:lvl4pPr>
              <a:spcBef>
                <a:spcPts val="0"/>
              </a:spcBef>
              <a:spcAft>
                <a:spcPts val="0"/>
              </a:spcAft>
              <a:buClr>
                <a:schemeClr val="lt1"/>
              </a:buClr>
              <a:buSzPts val="2800"/>
              <a:buNone/>
              <a:defRPr>
                <a:solidFill>
                  <a:schemeClr val="lt1"/>
                </a:solidFill>
              </a:defRPr>
            </a:lvl4pPr>
            <a:lvl5pPr>
              <a:spcBef>
                <a:spcPts val="0"/>
              </a:spcBef>
              <a:spcAft>
                <a:spcPts val="0"/>
              </a:spcAft>
              <a:buClr>
                <a:schemeClr val="lt1"/>
              </a:buClr>
              <a:buSzPts val="2800"/>
              <a:buNone/>
              <a:defRPr>
                <a:solidFill>
                  <a:schemeClr val="lt1"/>
                </a:solidFill>
              </a:defRPr>
            </a:lvl5pPr>
            <a:lvl6pPr>
              <a:spcBef>
                <a:spcPts val="0"/>
              </a:spcBef>
              <a:spcAft>
                <a:spcPts val="0"/>
              </a:spcAft>
              <a:buClr>
                <a:schemeClr val="lt1"/>
              </a:buClr>
              <a:buSzPts val="2800"/>
              <a:buNone/>
              <a:defRPr>
                <a:solidFill>
                  <a:schemeClr val="lt1"/>
                </a:solidFill>
              </a:defRPr>
            </a:lvl6pPr>
            <a:lvl7pPr>
              <a:spcBef>
                <a:spcPts val="0"/>
              </a:spcBef>
              <a:spcAft>
                <a:spcPts val="0"/>
              </a:spcAft>
              <a:buClr>
                <a:schemeClr val="lt1"/>
              </a:buClr>
              <a:buSzPts val="2800"/>
              <a:buNone/>
              <a:defRPr>
                <a:solidFill>
                  <a:schemeClr val="lt1"/>
                </a:solidFill>
              </a:defRPr>
            </a:lvl7pPr>
            <a:lvl8pPr>
              <a:spcBef>
                <a:spcPts val="0"/>
              </a:spcBef>
              <a:spcAft>
                <a:spcPts val="0"/>
              </a:spcAft>
              <a:buClr>
                <a:schemeClr val="lt1"/>
              </a:buClr>
              <a:buSzPts val="2800"/>
              <a:buNone/>
              <a:defRPr>
                <a:solidFill>
                  <a:schemeClr val="lt1"/>
                </a:solidFill>
              </a:defRPr>
            </a:lvl8pPr>
            <a:lvl9pPr>
              <a:spcBef>
                <a:spcPts val="0"/>
              </a:spcBef>
              <a:spcAft>
                <a:spcPts val="0"/>
              </a:spcAft>
              <a:buClr>
                <a:schemeClr val="lt1"/>
              </a:buClr>
              <a:buSzPts val="2800"/>
              <a:buNone/>
              <a:defRPr>
                <a:solidFill>
                  <a:schemeClr val="lt1"/>
                </a:solidFill>
              </a:defRPr>
            </a:lvl9pPr>
          </a:lstStyle>
          <a:p xmlns:a="http://schemas.openxmlformats.org/drawingml/2006/main"/>
        </p:txBody>
      </p:sp>
      <p:sp>
        <p:nvSpPr>
          <p:cNvPr id="39" name="Google Shape;39;p7">
            <a:extLst xmlns:a="http://schemas.openxmlformats.org/drawingml/2006/main">
              <a:ext uri="{FF2B5EF4-FFF2-40B4-BE49-F238E27FC236}">
                <a16:creationId xmlns:a16="http://schemas.microsoft.com/office/drawing/2014/main" id="{C037A8D7-8556-4877-9C3B-A7616BF73CB0}"/>
              </a:ext>
            </a:extLst>
          </p:cNvPr>
          <p:cNvSpPr>
            <a:spLocks xmlns:a="http://schemas.openxmlformats.org/drawingml/2006/main" noGrp="1"/>
          </p:cNvSpPr>
          <p:nvPr>
            <p:ph type="body" idx="1"/>
          </p:nvPr>
        </p:nvSpPr>
        <p:spPr>
          <a:xfrm xmlns:a="http://schemas.openxmlformats.org/drawingml/2006/main">
            <a:off x="311700" y="2390650"/>
            <a:ext cx="3127500" cy="2298000"/>
          </a:xfrm>
          <a:prstGeom xmlns:a="http://schemas.openxmlformats.org/drawingml/2006/main" prst="rect">
            <a:avLst/>
          </a:prstGeom>
        </p:spPr>
        <p:txBody>
          <a:bodyPr xmlns:a="http://schemas.openxmlformats.org/drawingml/2006/main" spcFirstLastPara="1" wrap="square" lIns="91425" tIns="91425" rIns="91425" bIns="91425" anchor="t">
            <a:normAutofit/>
          </a:bodyPr>
          <a:lstStyle xmlns:a="http://schemas.openxmlformats.org/drawingml/2006/main">
            <a:lvl1pPr marL="457200" indent="-311150">
              <a:spcBef>
                <a:spcPts val="0"/>
              </a:spcBef>
              <a:spcAft>
                <a:spcPts val="0"/>
              </a:spcAft>
              <a:buClr>
                <a:schemeClr val="accent2"/>
              </a:buClr>
              <a:buSzPts val="1300"/>
              <a:buChar char="●"/>
              <a:defRPr>
                <a:solidFill>
                  <a:schemeClr val="accent2"/>
                </a:solidFill>
              </a:defRPr>
            </a:lvl1pPr>
            <a:lvl2pPr marL="914400" indent="-298450">
              <a:spcBef>
                <a:spcPts val="0"/>
              </a:spcBef>
              <a:spcAft>
                <a:spcPts val="0"/>
              </a:spcAft>
              <a:buClr>
                <a:schemeClr val="accent2"/>
              </a:buClr>
              <a:buSzPts val="1100"/>
              <a:buChar char="○"/>
              <a:defRPr>
                <a:solidFill>
                  <a:schemeClr val="accent2"/>
                </a:solidFill>
              </a:defRPr>
            </a:lvl2pPr>
            <a:lvl3pPr marL="1371600" indent="-298450">
              <a:spcBef>
                <a:spcPts val="0"/>
              </a:spcBef>
              <a:spcAft>
                <a:spcPts val="0"/>
              </a:spcAft>
              <a:buClr>
                <a:schemeClr val="accent2"/>
              </a:buClr>
              <a:buSzPts val="1100"/>
              <a:buChar char="■"/>
              <a:defRPr>
                <a:solidFill>
                  <a:schemeClr val="accent2"/>
                </a:solidFill>
              </a:defRPr>
            </a:lvl3pPr>
            <a:lvl4pPr marL="1828800" indent="-298450">
              <a:spcBef>
                <a:spcPts val="0"/>
              </a:spcBef>
              <a:spcAft>
                <a:spcPts val="0"/>
              </a:spcAft>
              <a:buClr>
                <a:schemeClr val="accent2"/>
              </a:buClr>
              <a:buSzPts val="1100"/>
              <a:buChar char="●"/>
              <a:defRPr>
                <a:solidFill>
                  <a:schemeClr val="accent2"/>
                </a:solidFill>
              </a:defRPr>
            </a:lvl4pPr>
            <a:lvl5pPr marL="2286000" indent="-298450">
              <a:spcBef>
                <a:spcPts val="0"/>
              </a:spcBef>
              <a:spcAft>
                <a:spcPts val="0"/>
              </a:spcAft>
              <a:buClr>
                <a:schemeClr val="accent2"/>
              </a:buClr>
              <a:buSzPts val="1100"/>
              <a:buChar char="○"/>
              <a:defRPr>
                <a:solidFill>
                  <a:schemeClr val="accent2"/>
                </a:solidFill>
              </a:defRPr>
            </a:lvl5pPr>
            <a:lvl6pPr marL="2743200" indent="-298450">
              <a:spcBef>
                <a:spcPts val="0"/>
              </a:spcBef>
              <a:spcAft>
                <a:spcPts val="0"/>
              </a:spcAft>
              <a:buClr>
                <a:schemeClr val="accent2"/>
              </a:buClr>
              <a:buSzPts val="1100"/>
              <a:buChar char="■"/>
              <a:defRPr>
                <a:solidFill>
                  <a:schemeClr val="accent2"/>
                </a:solidFill>
              </a:defRPr>
            </a:lvl6pPr>
            <a:lvl7pPr marL="3200400" indent="-298450">
              <a:spcBef>
                <a:spcPts val="0"/>
              </a:spcBef>
              <a:spcAft>
                <a:spcPts val="0"/>
              </a:spcAft>
              <a:buClr>
                <a:schemeClr val="accent2"/>
              </a:buClr>
              <a:buSzPts val="1100"/>
              <a:buChar char="●"/>
              <a:defRPr>
                <a:solidFill>
                  <a:schemeClr val="accent2"/>
                </a:solidFill>
              </a:defRPr>
            </a:lvl7pPr>
            <a:lvl8pPr marL="3657600" indent="-298450">
              <a:spcBef>
                <a:spcPts val="0"/>
              </a:spcBef>
              <a:spcAft>
                <a:spcPts val="0"/>
              </a:spcAft>
              <a:buClr>
                <a:schemeClr val="accent2"/>
              </a:buClr>
              <a:buSzPts val="1100"/>
              <a:buChar char="○"/>
              <a:defRPr>
                <a:solidFill>
                  <a:schemeClr val="accent2"/>
                </a:solidFill>
              </a:defRPr>
            </a:lvl8pPr>
            <a:lvl9pPr marL="4114800" indent="-298450">
              <a:spcBef>
                <a:spcPts val="0"/>
              </a:spcBef>
              <a:spcAft>
                <a:spcPts val="0"/>
              </a:spcAft>
              <a:buClr>
                <a:schemeClr val="accent2"/>
              </a:buClr>
              <a:buSzPts val="1100"/>
              <a:buChar char="■"/>
              <a:defRPr>
                <a:solidFill>
                  <a:schemeClr val="accent2"/>
                </a:solidFill>
              </a:defRPr>
            </a:lvl9pPr>
          </a:lstStyle>
          <a:p xmlns:a="http://schemas.openxmlformats.org/drawingml/2006/main"/>
        </p:txBody>
      </p:sp>
      <p:sp>
        <p:nvSpPr>
          <p:cNvPr id="40" name="Google Shape;40;p7">
            <a:extLst xmlns:a="http://schemas.openxmlformats.org/drawingml/2006/main">
              <a:ext uri="{FF2B5EF4-FFF2-40B4-BE49-F238E27FC236}">
                <a16:creationId xmlns:a16="http://schemas.microsoft.com/office/drawing/2014/main" id="{2969A11E-B449-4ABF-A087-1A2AB1B6586C}"/>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p:spPr>
        <p:txBody>
          <a:bodyPr xmlns:a="http://schemas.openxmlformats.org/drawingml/2006/main" spcFirstLastPara="1" wrap="square" lIns="91425" tIns="91425" rIns="91425" bIns="91425" anchor="ctr">
            <a:normAutofit/>
          </a:bodyPr>
          <a:lstStyle xmlns:a="http://schemas.openxmlformats.org/drawingml/2006/main">
            <a:lvl1pPr>
              <a:buNone/>
              <a:defRPr/>
            </a:lvl1pPr>
            <a:lvl2pPr>
              <a:buNone/>
              <a:defRPr/>
            </a:lvl2pPr>
            <a:lvl3pPr>
              <a:buNone/>
              <a:defRPr/>
            </a:lvl3pPr>
            <a:lvl4pPr>
              <a:buNone/>
              <a:defRPr/>
            </a:lvl4pPr>
            <a:lvl5pPr>
              <a:buNone/>
              <a:defRPr/>
            </a:lvl5pPr>
            <a:lvl6pPr>
              <a:buNone/>
              <a:defRPr/>
            </a:lvl6pPr>
            <a:lvl7pPr>
              <a:buNone/>
              <a:defRPr/>
            </a:lvl7pPr>
            <a:lvl8pPr>
              <a:buNone/>
              <a:defRPr/>
            </a:lvl8pPr>
            <a:lvl9pPr>
              <a:buNone/>
              <a:defRPr/>
            </a:lvl9pPr>
          </a:lstStyle>
          <a:p xmlns:a="http://schemas.openxmlformats.org/drawingml/2006/main">
            <a:pPr marL="0" indent="0" algn="r">
              <a:spcBef>
                <a:spcPts val="0"/>
              </a:spcBef>
              <a:spcAft>
                <a:spcPts val="0"/>
              </a:spcAft>
              <a:buNone/>
            </a:pPr>
            <a:fld id="{00000000-1234-1234-1234-123412341234}" type="slidenum">
              <a:t>‹#›</a:t>
            </a:fld>
          </a:p>
        </p:txBody>
      </p:sp>
    </p:spTree>
  </p:cSld>
</p:sldLayout>
</file>

<file path=ppt/slideLayouts/slideLayout7.xml><?xml version="1.0" encoding="utf-8"?>
<p:sldLayout xmlns:p="http://schemas.openxmlformats.org/presentationml/2006/main" matchingName="Main point">
  <p:cSld name="MAIN_POINT">
    <p:bg>
      <p:bgPr>
        <a:solidFill xmlns:a="http://schemas.openxmlformats.org/drawingml/2006/main">
          <a:schemeClr val="accent3"/>
        </a:solidFill>
      </p:bgPr>
    </p:bg>
    <p:spTree>
      <p:nvGrpSpPr>
        <p:cNvPr id="1" name=""/>
        <p:cNvGrpSpPr/>
        <p:nvPr/>
      </p:nvGrpSpPr>
      <p:grpSpPr>
        <a:xfrm xmlns:a="http://schemas.openxmlformats.org/drawingml/2006/main"/>
      </p:grpSpPr>
      <p:sp>
        <p:nvSpPr>
          <p:cNvPr id="42" name="Google Shape;42;p8">
            <a:extLst xmlns:a="http://schemas.openxmlformats.org/drawingml/2006/main">
              <a:ext uri="{FF2B5EF4-FFF2-40B4-BE49-F238E27FC236}">
                <a16:creationId xmlns:a16="http://schemas.microsoft.com/office/drawing/2014/main" id="{6334FA78-3484-45BA-85CA-886BC6F0DEA1}"/>
              </a:ext>
            </a:extLst>
          </p:cNvPr>
          <p:cNvSpPr>
            <a:spLocks xmlns:a="http://schemas.openxmlformats.org/drawingml/2006/main" noGrp="1"/>
          </p:cNvSpPr>
          <p:nvPr>
            <p:ph type="title" idx="0"/>
          </p:nvPr>
        </p:nvSpPr>
        <p:spPr>
          <a:xfrm xmlns:a="http://schemas.openxmlformats.org/drawingml/2006/main">
            <a:off x="311675" y="798600"/>
            <a:ext cx="6247800" cy="3546300"/>
          </a:xfrm>
          <a:prstGeom xmlns:a="http://schemas.openxmlformats.org/drawingml/2006/main" prst="rect">
            <a:avLst/>
          </a:prstGeom>
        </p:spPr>
        <p:txBody>
          <a:bodyPr xmlns:a="http://schemas.openxmlformats.org/drawingml/2006/main" spcFirstLastPara="1" wrap="square" lIns="91425" tIns="91425" rIns="91425" bIns="91425" anchor="ctr">
            <a:normAutofit/>
          </a:bodyPr>
          <a:lstStyle xmlns:a="http://schemas.openxmlformats.org/drawingml/2006/main">
            <a:lvl1pPr>
              <a:spcBef>
                <a:spcPts val="0"/>
              </a:spcBef>
              <a:spcAft>
                <a:spcPts val="0"/>
              </a:spcAft>
              <a:buSzPts val="3600"/>
              <a:buNone/>
              <a:defRPr sz="3600"/>
            </a:lvl1pPr>
            <a:lvl2pPr>
              <a:spcBef>
                <a:spcPts val="0"/>
              </a:spcBef>
              <a:spcAft>
                <a:spcPts val="0"/>
              </a:spcAft>
              <a:buSzPts val="3600"/>
              <a:buNone/>
              <a:defRPr sz="3600"/>
            </a:lvl2pPr>
            <a:lvl3pPr>
              <a:spcBef>
                <a:spcPts val="0"/>
              </a:spcBef>
              <a:spcAft>
                <a:spcPts val="0"/>
              </a:spcAft>
              <a:buSzPts val="3600"/>
              <a:buNone/>
              <a:defRPr sz="3600"/>
            </a:lvl3pPr>
            <a:lvl4pPr>
              <a:spcBef>
                <a:spcPts val="0"/>
              </a:spcBef>
              <a:spcAft>
                <a:spcPts val="0"/>
              </a:spcAft>
              <a:buSzPts val="3600"/>
              <a:buNone/>
              <a:defRPr sz="3600"/>
            </a:lvl4pPr>
            <a:lvl5pPr>
              <a:spcBef>
                <a:spcPts val="0"/>
              </a:spcBef>
              <a:spcAft>
                <a:spcPts val="0"/>
              </a:spcAft>
              <a:buSzPts val="3600"/>
              <a:buNone/>
              <a:defRPr sz="3600"/>
            </a:lvl5pPr>
            <a:lvl6pPr>
              <a:spcBef>
                <a:spcPts val="0"/>
              </a:spcBef>
              <a:spcAft>
                <a:spcPts val="0"/>
              </a:spcAft>
              <a:buSzPts val="3600"/>
              <a:buNone/>
              <a:defRPr sz="3600"/>
            </a:lvl6pPr>
            <a:lvl7pPr>
              <a:spcBef>
                <a:spcPts val="0"/>
              </a:spcBef>
              <a:spcAft>
                <a:spcPts val="0"/>
              </a:spcAft>
              <a:buSzPts val="3600"/>
              <a:buNone/>
              <a:defRPr sz="3600"/>
            </a:lvl7pPr>
            <a:lvl8pPr>
              <a:spcBef>
                <a:spcPts val="0"/>
              </a:spcBef>
              <a:spcAft>
                <a:spcPts val="0"/>
              </a:spcAft>
              <a:buSzPts val="3600"/>
              <a:buNone/>
              <a:defRPr sz="3600"/>
            </a:lvl8pPr>
            <a:lvl9pPr>
              <a:spcBef>
                <a:spcPts val="0"/>
              </a:spcBef>
              <a:spcAft>
                <a:spcPts val="0"/>
              </a:spcAft>
              <a:buSzPts val="3600"/>
              <a:buNone/>
              <a:defRPr sz="3600"/>
            </a:lvl9pPr>
          </a:lstStyle>
          <a:p xmlns:a="http://schemas.openxmlformats.org/drawingml/2006/main"/>
        </p:txBody>
      </p:sp>
      <p:sp>
        <p:nvSpPr>
          <p:cNvPr id="43" name="Google Shape;43;p8">
            <a:extLst xmlns:a="http://schemas.openxmlformats.org/drawingml/2006/main">
              <a:ext uri="{FF2B5EF4-FFF2-40B4-BE49-F238E27FC236}">
                <a16:creationId xmlns:a16="http://schemas.microsoft.com/office/drawing/2014/main" id="{2C8D6248-CFA5-4437-995B-84CD349B64C5}"/>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p:spPr>
        <p:txBody>
          <a:bodyPr xmlns:a="http://schemas.openxmlformats.org/drawingml/2006/main" spcFirstLastPara="1" wrap="square" lIns="91425" tIns="91425" rIns="91425" bIns="91425" anchor="ctr">
            <a:normAutofit/>
          </a:bodyPr>
          <a:lstStyle xmlns:a="http://schemas.openxmlformats.org/drawingml/2006/main">
            <a:lvl1pPr>
              <a:buNone/>
              <a:defRPr>
                <a:solidFill>
                  <a:schemeClr val="accent1"/>
                </a:solidFill>
              </a:defRPr>
            </a:lvl1pPr>
            <a:lvl2pPr>
              <a:buNone/>
              <a:defRPr>
                <a:solidFill>
                  <a:schemeClr val="accent1"/>
                </a:solidFill>
              </a:defRPr>
            </a:lvl2pPr>
            <a:lvl3pPr>
              <a:buNone/>
              <a:defRPr>
                <a:solidFill>
                  <a:schemeClr val="accent1"/>
                </a:solidFill>
              </a:defRPr>
            </a:lvl3pPr>
            <a:lvl4pPr>
              <a:buNone/>
              <a:defRPr>
                <a:solidFill>
                  <a:schemeClr val="accent1"/>
                </a:solidFill>
              </a:defRPr>
            </a:lvl4pPr>
            <a:lvl5pPr>
              <a:buNone/>
              <a:defRPr>
                <a:solidFill>
                  <a:schemeClr val="accent1"/>
                </a:solidFill>
              </a:defRPr>
            </a:lvl5pPr>
            <a:lvl6pPr>
              <a:buNone/>
              <a:defRPr>
                <a:solidFill>
                  <a:schemeClr val="accent1"/>
                </a:solidFill>
              </a:defRPr>
            </a:lvl6pPr>
            <a:lvl7pPr>
              <a:buNone/>
              <a:defRPr>
                <a:solidFill>
                  <a:schemeClr val="accent1"/>
                </a:solidFill>
              </a:defRPr>
            </a:lvl7pPr>
            <a:lvl8pPr>
              <a:buNone/>
              <a:defRPr>
                <a:solidFill>
                  <a:schemeClr val="accent1"/>
                </a:solidFill>
              </a:defRPr>
            </a:lvl8pPr>
            <a:lvl9pPr>
              <a:buNone/>
              <a:defRPr>
                <a:solidFill>
                  <a:schemeClr val="accent1"/>
                </a:solidFill>
              </a:defRPr>
            </a:lvl9pPr>
          </a:lstStyle>
          <a:p xmlns:a="http://schemas.openxmlformats.org/drawingml/2006/main">
            <a:pPr marL="0" indent="0" algn="r">
              <a:spcBef>
                <a:spcPts val="0"/>
              </a:spcBef>
              <a:spcAft>
                <a:spcPts val="0"/>
              </a:spcAft>
              <a:buNone/>
            </a:pPr>
            <a:fld id="{00000000-1234-1234-1234-123412341234}" type="slidenum">
              <a:t>‹#›</a:t>
            </a:fld>
          </a:p>
        </p:txBody>
      </p:sp>
    </p:spTree>
  </p:cSld>
</p:sldLayout>
</file>

<file path=ppt/slideLayouts/slideLayout8.xml><?xml version="1.0" encoding="utf-8"?>
<p:sldLayout xmlns:p="http://schemas.openxmlformats.org/presentationml/2006/main" matchingName="Section title and description">
  <p:cSld name="SECTION_TITLE_AND_DESCRIPTION">
    <p:spTree>
      <p:nvGrpSpPr>
        <p:cNvPr id="1" name=""/>
        <p:cNvGrpSpPr/>
        <p:nvPr/>
      </p:nvGrpSpPr>
      <p:grpSpPr>
        <a:xfrm xmlns:a="http://schemas.openxmlformats.org/drawingml/2006/main"/>
      </p:grpSpPr>
      <p:sp>
        <p:nvSpPr>
          <p:cNvPr id="45" name="Google Shape;45;p9">
            <a:extLst xmlns:a="http://schemas.openxmlformats.org/drawingml/2006/main">
              <a:ext uri="{FF2B5EF4-FFF2-40B4-BE49-F238E27FC236}">
                <a16:creationId xmlns:a16="http://schemas.microsoft.com/office/drawing/2014/main" id="{BFFF9FBD-CD57-4BB0-8D41-30E60721C6D1}"/>
              </a:ext>
            </a:extLst>
          </p:cNvPr>
          <p:cNvSpPr>
            <a:spLocks xmlns:a="http://schemas.openxmlformats.org/drawingml/2006/main" noGrp="1"/>
          </p:cNvSpPr>
          <p:nvPr/>
        </p:nvSpPr>
        <p:spPr>
          <a:xfrm xmlns:a="http://schemas.openxmlformats.org/drawingml/2006/main">
            <a:off x="0" y="0"/>
            <a:ext cx="4572000" cy="5143500"/>
          </a:xfrm>
          <a:prstGeom xmlns:a="http://schemas.openxmlformats.org/drawingml/2006/main" prst="rect">
            <a:avLst/>
          </a:prstGeom>
          <a:solidFill xmlns:a="http://schemas.openxmlformats.org/drawingml/2006/main">
            <a:schemeClr val="dk1"/>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46" name="Google Shape;46;p9">
            <a:extLst xmlns:a="http://schemas.openxmlformats.org/drawingml/2006/main">
              <a:ext uri="{FF2B5EF4-FFF2-40B4-BE49-F238E27FC236}">
                <a16:creationId xmlns:a16="http://schemas.microsoft.com/office/drawing/2014/main" id="{C1155DDE-96A2-42B8-9209-20D0EF14A1A2}"/>
              </a:ext>
            </a:extLst>
          </p:cNvPr>
          <p:cNvSpPr>
            <a:spLocks xmlns:a="http://schemas.openxmlformats.org/drawingml/2006/main" noGrp="1"/>
          </p:cNvSpPr>
          <p:nvPr>
            <p:ph type="title" idx="0"/>
          </p:nvPr>
        </p:nvSpPr>
        <p:spPr>
          <a:xfrm xmlns:a="http://schemas.openxmlformats.org/drawingml/2006/main">
            <a:off x="311300" y="500925"/>
            <a:ext cx="3704400" cy="2049600"/>
          </a:xfrm>
          <a:prstGeom xmlns:a="http://schemas.openxmlformats.org/drawingml/2006/main" prst="rect">
            <a:avLst/>
          </a:prstGeom>
        </p:spPr>
        <p:txBody>
          <a:bodyPr xmlns:a="http://schemas.openxmlformats.org/drawingml/2006/main" spcFirstLastPara="1" wrap="square" lIns="91425" tIns="91425" rIns="91425" bIns="91425" anchor="t">
            <a:normAutofit/>
          </a:bodyPr>
          <a:lstStyle xmlns:a="http://schemas.openxmlformats.org/drawingml/2006/main">
            <a:lvl1pPr>
              <a:spcBef>
                <a:spcPts val="0"/>
              </a:spcBef>
              <a:spcAft>
                <a:spcPts val="0"/>
              </a:spcAft>
              <a:buClr>
                <a:schemeClr val="lt1"/>
              </a:buClr>
              <a:buSzPts val="2800"/>
              <a:buNone/>
              <a:defRPr>
                <a:solidFill>
                  <a:schemeClr val="lt1"/>
                </a:solidFill>
              </a:defRPr>
            </a:lvl1pPr>
            <a:lvl2pPr>
              <a:spcBef>
                <a:spcPts val="0"/>
              </a:spcBef>
              <a:spcAft>
                <a:spcPts val="0"/>
              </a:spcAft>
              <a:buClr>
                <a:schemeClr val="lt1"/>
              </a:buClr>
              <a:buSzPts val="2800"/>
              <a:buNone/>
              <a:defRPr>
                <a:solidFill>
                  <a:schemeClr val="lt1"/>
                </a:solidFill>
              </a:defRPr>
            </a:lvl2pPr>
            <a:lvl3pPr>
              <a:spcBef>
                <a:spcPts val="0"/>
              </a:spcBef>
              <a:spcAft>
                <a:spcPts val="0"/>
              </a:spcAft>
              <a:buClr>
                <a:schemeClr val="lt1"/>
              </a:buClr>
              <a:buSzPts val="2800"/>
              <a:buNone/>
              <a:defRPr>
                <a:solidFill>
                  <a:schemeClr val="lt1"/>
                </a:solidFill>
              </a:defRPr>
            </a:lvl3pPr>
            <a:lvl4pPr>
              <a:spcBef>
                <a:spcPts val="0"/>
              </a:spcBef>
              <a:spcAft>
                <a:spcPts val="0"/>
              </a:spcAft>
              <a:buClr>
                <a:schemeClr val="lt1"/>
              </a:buClr>
              <a:buSzPts val="2800"/>
              <a:buNone/>
              <a:defRPr>
                <a:solidFill>
                  <a:schemeClr val="lt1"/>
                </a:solidFill>
              </a:defRPr>
            </a:lvl4pPr>
            <a:lvl5pPr>
              <a:spcBef>
                <a:spcPts val="0"/>
              </a:spcBef>
              <a:spcAft>
                <a:spcPts val="0"/>
              </a:spcAft>
              <a:buClr>
                <a:schemeClr val="lt1"/>
              </a:buClr>
              <a:buSzPts val="2800"/>
              <a:buNone/>
              <a:defRPr>
                <a:solidFill>
                  <a:schemeClr val="lt1"/>
                </a:solidFill>
              </a:defRPr>
            </a:lvl5pPr>
            <a:lvl6pPr>
              <a:spcBef>
                <a:spcPts val="0"/>
              </a:spcBef>
              <a:spcAft>
                <a:spcPts val="0"/>
              </a:spcAft>
              <a:buClr>
                <a:schemeClr val="lt1"/>
              </a:buClr>
              <a:buSzPts val="2800"/>
              <a:buNone/>
              <a:defRPr>
                <a:solidFill>
                  <a:schemeClr val="lt1"/>
                </a:solidFill>
              </a:defRPr>
            </a:lvl6pPr>
            <a:lvl7pPr>
              <a:spcBef>
                <a:spcPts val="0"/>
              </a:spcBef>
              <a:spcAft>
                <a:spcPts val="0"/>
              </a:spcAft>
              <a:buClr>
                <a:schemeClr val="lt1"/>
              </a:buClr>
              <a:buSzPts val="2800"/>
              <a:buNone/>
              <a:defRPr>
                <a:solidFill>
                  <a:schemeClr val="lt1"/>
                </a:solidFill>
              </a:defRPr>
            </a:lvl7pPr>
            <a:lvl8pPr>
              <a:spcBef>
                <a:spcPts val="0"/>
              </a:spcBef>
              <a:spcAft>
                <a:spcPts val="0"/>
              </a:spcAft>
              <a:buClr>
                <a:schemeClr val="lt1"/>
              </a:buClr>
              <a:buSzPts val="2800"/>
              <a:buNone/>
              <a:defRPr>
                <a:solidFill>
                  <a:schemeClr val="lt1"/>
                </a:solidFill>
              </a:defRPr>
            </a:lvl8pPr>
            <a:lvl9pPr>
              <a:spcBef>
                <a:spcPts val="0"/>
              </a:spcBef>
              <a:spcAft>
                <a:spcPts val="0"/>
              </a:spcAft>
              <a:buClr>
                <a:schemeClr val="lt1"/>
              </a:buClr>
              <a:buSzPts val="2800"/>
              <a:buNone/>
              <a:defRPr>
                <a:solidFill>
                  <a:schemeClr val="lt1"/>
                </a:solidFill>
              </a:defRPr>
            </a:lvl9pPr>
          </a:lstStyle>
          <a:p xmlns:a="http://schemas.openxmlformats.org/drawingml/2006/main"/>
        </p:txBody>
      </p:sp>
      <p:sp>
        <p:nvSpPr>
          <p:cNvPr id="47" name="Google Shape;47;p9">
            <a:extLst xmlns:a="http://schemas.openxmlformats.org/drawingml/2006/main">
              <a:ext uri="{FF2B5EF4-FFF2-40B4-BE49-F238E27FC236}">
                <a16:creationId xmlns:a16="http://schemas.microsoft.com/office/drawing/2014/main" id="{B0AC2398-E56D-4EF6-86B5-00AD8FA886EA}"/>
              </a:ext>
            </a:extLst>
          </p:cNvPr>
          <p:cNvSpPr>
            <a:spLocks xmlns:a="http://schemas.openxmlformats.org/drawingml/2006/main" noGrp="1"/>
          </p:cNvSpPr>
          <p:nvPr>
            <p:ph type="subTitle" idx="1"/>
          </p:nvPr>
        </p:nvSpPr>
        <p:spPr>
          <a:xfrm xmlns:a="http://schemas.openxmlformats.org/drawingml/2006/main">
            <a:off x="304800" y="2626725"/>
            <a:ext cx="3704400" cy="926700"/>
          </a:xfrm>
          <a:prstGeom xmlns:a="http://schemas.openxmlformats.org/drawingml/2006/main" prst="rect">
            <a:avLst/>
          </a:prstGeom>
        </p:spPr>
        <p:txBody>
          <a:bodyPr xmlns:a="http://schemas.openxmlformats.org/drawingml/2006/main" spcFirstLastPara="1" wrap="square" lIns="91425" tIns="91425" rIns="91425" bIns="91425" anchor="t">
            <a:normAutofit/>
          </a:bodyPr>
          <a:lstStyle xmlns:a="http://schemas.openxmlformats.org/drawingml/2006/main">
            <a:lvl1pPr>
              <a:lnSpc>
                <a:spcPct val="100000"/>
              </a:lnSpc>
              <a:spcBef>
                <a:spcPts val="0"/>
              </a:spcBef>
              <a:spcAft>
                <a:spcPts val="0"/>
              </a:spcAft>
              <a:buClr>
                <a:schemeClr val="accent2"/>
              </a:buClr>
              <a:buSzPts val="1600"/>
              <a:buNone/>
              <a:defRPr sz="1600">
                <a:solidFill>
                  <a:schemeClr val="accent2"/>
                </a:solidFill>
              </a:defRPr>
            </a:lvl1pPr>
            <a:lvl2pPr>
              <a:lnSpc>
                <a:spcPct val="100000"/>
              </a:lnSpc>
              <a:spcBef>
                <a:spcPts val="0"/>
              </a:spcBef>
              <a:spcAft>
                <a:spcPts val="0"/>
              </a:spcAft>
              <a:buClr>
                <a:schemeClr val="accent2"/>
              </a:buClr>
              <a:buSzPts val="1600"/>
              <a:buNone/>
              <a:defRPr sz="1600">
                <a:solidFill>
                  <a:schemeClr val="accent2"/>
                </a:solidFill>
              </a:defRPr>
            </a:lvl2pPr>
            <a:lvl3pPr>
              <a:lnSpc>
                <a:spcPct val="100000"/>
              </a:lnSpc>
              <a:spcBef>
                <a:spcPts val="0"/>
              </a:spcBef>
              <a:spcAft>
                <a:spcPts val="0"/>
              </a:spcAft>
              <a:buClr>
                <a:schemeClr val="accent2"/>
              </a:buClr>
              <a:buSzPts val="1600"/>
              <a:buNone/>
              <a:defRPr sz="1600">
                <a:solidFill>
                  <a:schemeClr val="accent2"/>
                </a:solidFill>
              </a:defRPr>
            </a:lvl3pPr>
            <a:lvl4pPr>
              <a:lnSpc>
                <a:spcPct val="100000"/>
              </a:lnSpc>
              <a:spcBef>
                <a:spcPts val="0"/>
              </a:spcBef>
              <a:spcAft>
                <a:spcPts val="0"/>
              </a:spcAft>
              <a:buClr>
                <a:schemeClr val="accent2"/>
              </a:buClr>
              <a:buSzPts val="1600"/>
              <a:buNone/>
              <a:defRPr sz="1600">
                <a:solidFill>
                  <a:schemeClr val="accent2"/>
                </a:solidFill>
              </a:defRPr>
            </a:lvl4pPr>
            <a:lvl5pPr>
              <a:lnSpc>
                <a:spcPct val="100000"/>
              </a:lnSpc>
              <a:spcBef>
                <a:spcPts val="0"/>
              </a:spcBef>
              <a:spcAft>
                <a:spcPts val="0"/>
              </a:spcAft>
              <a:buClr>
                <a:schemeClr val="accent2"/>
              </a:buClr>
              <a:buSzPts val="1600"/>
              <a:buNone/>
              <a:defRPr sz="1600">
                <a:solidFill>
                  <a:schemeClr val="accent2"/>
                </a:solidFill>
              </a:defRPr>
            </a:lvl5pPr>
            <a:lvl6pPr>
              <a:lnSpc>
                <a:spcPct val="100000"/>
              </a:lnSpc>
              <a:spcBef>
                <a:spcPts val="0"/>
              </a:spcBef>
              <a:spcAft>
                <a:spcPts val="0"/>
              </a:spcAft>
              <a:buClr>
                <a:schemeClr val="accent2"/>
              </a:buClr>
              <a:buSzPts val="1600"/>
              <a:buNone/>
              <a:defRPr sz="1600">
                <a:solidFill>
                  <a:schemeClr val="accent2"/>
                </a:solidFill>
              </a:defRPr>
            </a:lvl6pPr>
            <a:lvl7pPr>
              <a:lnSpc>
                <a:spcPct val="100000"/>
              </a:lnSpc>
              <a:spcBef>
                <a:spcPts val="0"/>
              </a:spcBef>
              <a:spcAft>
                <a:spcPts val="0"/>
              </a:spcAft>
              <a:buClr>
                <a:schemeClr val="accent2"/>
              </a:buClr>
              <a:buSzPts val="1600"/>
              <a:buNone/>
              <a:defRPr sz="1600">
                <a:solidFill>
                  <a:schemeClr val="accent2"/>
                </a:solidFill>
              </a:defRPr>
            </a:lvl7pPr>
            <a:lvl8pPr>
              <a:lnSpc>
                <a:spcPct val="100000"/>
              </a:lnSpc>
              <a:spcBef>
                <a:spcPts val="0"/>
              </a:spcBef>
              <a:spcAft>
                <a:spcPts val="0"/>
              </a:spcAft>
              <a:buClr>
                <a:schemeClr val="accent2"/>
              </a:buClr>
              <a:buSzPts val="1600"/>
              <a:buNone/>
              <a:defRPr sz="1600">
                <a:solidFill>
                  <a:schemeClr val="accent2"/>
                </a:solidFill>
              </a:defRPr>
            </a:lvl8pPr>
            <a:lvl9pPr>
              <a:lnSpc>
                <a:spcPct val="100000"/>
              </a:lnSpc>
              <a:spcBef>
                <a:spcPts val="0"/>
              </a:spcBef>
              <a:spcAft>
                <a:spcPts val="0"/>
              </a:spcAft>
              <a:buClr>
                <a:schemeClr val="accent2"/>
              </a:buClr>
              <a:buSzPts val="1600"/>
              <a:buNone/>
              <a:defRPr sz="1600">
                <a:solidFill>
                  <a:schemeClr val="accent2"/>
                </a:solidFill>
              </a:defRPr>
            </a:lvl9pPr>
          </a:lstStyle>
          <a:p xmlns:a="http://schemas.openxmlformats.org/drawingml/2006/main"/>
        </p:txBody>
      </p:sp>
      <p:sp>
        <p:nvSpPr>
          <p:cNvPr id="48" name="Google Shape;48;p9">
            <a:extLst xmlns:a="http://schemas.openxmlformats.org/drawingml/2006/main">
              <a:ext uri="{FF2B5EF4-FFF2-40B4-BE49-F238E27FC236}">
                <a16:creationId xmlns:a16="http://schemas.microsoft.com/office/drawing/2014/main" id="{A04F8214-DAFF-4F02-BD56-FB434FB095F8}"/>
              </a:ext>
            </a:extLst>
          </p:cNvPr>
          <p:cNvSpPr>
            <a:spLocks xmlns:a="http://schemas.openxmlformats.org/drawingml/2006/main" noGrp="1"/>
          </p:cNvSpPr>
          <p:nvPr>
            <p:ph type="body" idx="2"/>
          </p:nvPr>
        </p:nvSpPr>
        <p:spPr>
          <a:xfrm xmlns:a="http://schemas.openxmlformats.org/drawingml/2006/main">
            <a:off x="4879025" y="500925"/>
            <a:ext cx="3954000" cy="4111500"/>
          </a:xfrm>
          <a:prstGeom xmlns:a="http://schemas.openxmlformats.org/drawingml/2006/main" prst="rect">
            <a:avLst/>
          </a:prstGeom>
        </p:spPr>
        <p:txBody>
          <a:bodyPr xmlns:a="http://schemas.openxmlformats.org/drawingml/2006/main" spcFirstLastPara="1" wrap="square" lIns="91425" tIns="91425" rIns="91425" bIns="91425" anchor="t">
            <a:normAutofit/>
          </a:bodyPr>
          <a:lstStyle xmlns:a="http://schemas.openxmlformats.org/drawingml/2006/main">
            <a:lvl1pPr marL="457200" indent="-311150">
              <a:spcBef>
                <a:spcPts val="0"/>
              </a:spcBef>
              <a:spcAft>
                <a:spcPts val="0"/>
              </a:spcAft>
              <a:buSzPts val="1300"/>
              <a:buChar char="●"/>
              <a:defRPr/>
            </a:lvl1pPr>
            <a:lvl2pPr marL="914400" indent="-298450">
              <a:spcBef>
                <a:spcPts val="0"/>
              </a:spcBef>
              <a:spcAft>
                <a:spcPts val="0"/>
              </a:spcAft>
              <a:buSzPts val="1100"/>
              <a:buChar char="○"/>
              <a:defRPr/>
            </a:lvl2pPr>
            <a:lvl3pPr marL="1371600" indent="-298450">
              <a:spcBef>
                <a:spcPts val="0"/>
              </a:spcBef>
              <a:spcAft>
                <a:spcPts val="0"/>
              </a:spcAft>
              <a:buSzPts val="1100"/>
              <a:buChar char="■"/>
              <a:defRPr/>
            </a:lvl3pPr>
            <a:lvl4pPr marL="1828800" indent="-298450">
              <a:spcBef>
                <a:spcPts val="0"/>
              </a:spcBef>
              <a:spcAft>
                <a:spcPts val="0"/>
              </a:spcAft>
              <a:buSzPts val="1100"/>
              <a:buChar char="●"/>
              <a:defRPr/>
            </a:lvl4pPr>
            <a:lvl5pPr marL="2286000" indent="-298450">
              <a:spcBef>
                <a:spcPts val="0"/>
              </a:spcBef>
              <a:spcAft>
                <a:spcPts val="0"/>
              </a:spcAft>
              <a:buSzPts val="1100"/>
              <a:buChar char="○"/>
              <a:defRPr/>
            </a:lvl5pPr>
            <a:lvl6pPr marL="2743200" indent="-298450">
              <a:spcBef>
                <a:spcPts val="0"/>
              </a:spcBef>
              <a:spcAft>
                <a:spcPts val="0"/>
              </a:spcAft>
              <a:buSzPts val="1100"/>
              <a:buChar char="■"/>
              <a:defRPr/>
            </a:lvl6pPr>
            <a:lvl7pPr marL="3200400" indent="-298450">
              <a:spcBef>
                <a:spcPts val="0"/>
              </a:spcBef>
              <a:spcAft>
                <a:spcPts val="0"/>
              </a:spcAft>
              <a:buSzPts val="1100"/>
              <a:buChar char="●"/>
              <a:defRPr/>
            </a:lvl7pPr>
            <a:lvl8pPr marL="3657600" indent="-298450">
              <a:spcBef>
                <a:spcPts val="0"/>
              </a:spcBef>
              <a:spcAft>
                <a:spcPts val="0"/>
              </a:spcAft>
              <a:buSzPts val="1100"/>
              <a:buChar char="○"/>
              <a:defRPr/>
            </a:lvl8pPr>
            <a:lvl9pPr marL="4114800" indent="-298450">
              <a:spcBef>
                <a:spcPts val="0"/>
              </a:spcBef>
              <a:spcAft>
                <a:spcPts val="0"/>
              </a:spcAft>
              <a:buSzPts val="1100"/>
              <a:buChar char="■"/>
              <a:defRPr/>
            </a:lvl9pPr>
          </a:lstStyle>
          <a:p xmlns:a="http://schemas.openxmlformats.org/drawingml/2006/main"/>
        </p:txBody>
      </p:sp>
      <p:sp>
        <p:nvSpPr>
          <p:cNvPr id="49" name="Google Shape;49;p9">
            <a:extLst xmlns:a="http://schemas.openxmlformats.org/drawingml/2006/main">
              <a:ext uri="{FF2B5EF4-FFF2-40B4-BE49-F238E27FC236}">
                <a16:creationId xmlns:a16="http://schemas.microsoft.com/office/drawing/2014/main" id="{AEF8E5A0-D128-419D-8033-9D6AD29DE2FD}"/>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p:spPr>
        <p:txBody>
          <a:bodyPr xmlns:a="http://schemas.openxmlformats.org/drawingml/2006/main" spcFirstLastPara="1" wrap="square" lIns="91425" tIns="91425" rIns="91425" bIns="91425" anchor="ctr">
            <a:normAutofit/>
          </a:bodyPr>
          <a:lstStyle xmlns:a="http://schemas.openxmlformats.org/drawingml/2006/main">
            <a:lvl1pPr>
              <a:buNone/>
              <a:defRPr/>
            </a:lvl1pPr>
            <a:lvl2pPr>
              <a:buNone/>
              <a:defRPr/>
            </a:lvl2pPr>
            <a:lvl3pPr>
              <a:buNone/>
              <a:defRPr/>
            </a:lvl3pPr>
            <a:lvl4pPr>
              <a:buNone/>
              <a:defRPr/>
            </a:lvl4pPr>
            <a:lvl5pPr>
              <a:buNone/>
              <a:defRPr/>
            </a:lvl5pPr>
            <a:lvl6pPr>
              <a:buNone/>
              <a:defRPr/>
            </a:lvl6pPr>
            <a:lvl7pPr>
              <a:buNone/>
              <a:defRPr/>
            </a:lvl7pPr>
            <a:lvl8pPr>
              <a:buNone/>
              <a:defRPr/>
            </a:lvl8pPr>
            <a:lvl9pPr>
              <a:buNone/>
              <a:defRPr/>
            </a:lvl9pPr>
          </a:lstStyle>
          <a:p xmlns:a="http://schemas.openxmlformats.org/drawingml/2006/main">
            <a:pPr marL="0" indent="0" algn="r">
              <a:spcBef>
                <a:spcPts val="0"/>
              </a:spcBef>
              <a:spcAft>
                <a:spcPts val="0"/>
              </a:spcAft>
              <a:buNone/>
            </a:pPr>
            <a:fld id="{00000000-1234-1234-1234-123412341234}" type="slidenum">
              <a:t>‹#›</a:t>
            </a:fld>
          </a:p>
        </p:txBody>
      </p:sp>
    </p:spTree>
  </p:cSld>
</p:sldLayout>
</file>

<file path=ppt/slideLayouts/slideLayout9.xml><?xml version="1.0" encoding="utf-8"?>
<p:sldLayout xmlns:p="http://schemas.openxmlformats.org/presentationml/2006/main" matchingName="Caption">
  <p:cSld name="CAPTION_ONLY">
    <p:spTree>
      <p:nvGrpSpPr>
        <p:cNvPr id="1" name=""/>
        <p:cNvGrpSpPr/>
        <p:nvPr/>
      </p:nvGrpSpPr>
      <p:grpSpPr>
        <a:xfrm xmlns:a="http://schemas.openxmlformats.org/drawingml/2006/main"/>
      </p:grpSpPr>
      <p:sp>
        <p:nvSpPr>
          <p:cNvPr id="51" name="Google Shape;51;p10">
            <a:extLst xmlns:a="http://schemas.openxmlformats.org/drawingml/2006/main">
              <a:ext uri="{FF2B5EF4-FFF2-40B4-BE49-F238E27FC236}">
                <a16:creationId xmlns:a16="http://schemas.microsoft.com/office/drawing/2014/main" id="{1858BF88-78BE-489F-8967-BAB956077150}"/>
              </a:ext>
            </a:extLst>
          </p:cNvPr>
          <p:cNvSpPr>
            <a:spLocks xmlns:a="http://schemas.openxmlformats.org/drawingml/2006/main" noGrp="1"/>
          </p:cNvSpPr>
          <p:nvPr/>
        </p:nvSpPr>
        <p:spPr>
          <a:xfrm xmlns:a="http://schemas.openxmlformats.org/drawingml/2006/main">
            <a:off x="0" y="4369000"/>
            <a:ext cx="9144000" cy="774300"/>
          </a:xfrm>
          <a:prstGeom xmlns:a="http://schemas.openxmlformats.org/drawingml/2006/main" prst="rect">
            <a:avLst/>
          </a:prstGeom>
          <a:solidFill xmlns:a="http://schemas.openxmlformats.org/drawingml/2006/main">
            <a:schemeClr val="dk1"/>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52" name="Google Shape;52;p10">
            <a:extLst xmlns:a="http://schemas.openxmlformats.org/drawingml/2006/main">
              <a:ext uri="{FF2B5EF4-FFF2-40B4-BE49-F238E27FC236}">
                <a16:creationId xmlns:a16="http://schemas.microsoft.com/office/drawing/2014/main" id="{A43A97E9-E706-48D1-A746-FF8AB75CEAA3}"/>
              </a:ext>
            </a:extLst>
          </p:cNvPr>
          <p:cNvSpPr>
            <a:spLocks xmlns:a="http://schemas.openxmlformats.org/drawingml/2006/main" noGrp="1"/>
          </p:cNvSpPr>
          <p:nvPr>
            <p:ph type="body" idx="1"/>
          </p:nvPr>
        </p:nvSpPr>
        <p:spPr>
          <a:xfrm xmlns:a="http://schemas.openxmlformats.org/drawingml/2006/main">
            <a:off x="311700" y="4521400"/>
            <a:ext cx="7979400" cy="460500"/>
          </a:xfrm>
          <a:prstGeom xmlns:a="http://schemas.openxmlformats.org/drawingml/2006/main" prst="rect">
            <a:avLst/>
          </a:prstGeom>
        </p:spPr>
        <p:txBody>
          <a:bodyPr xmlns:a="http://schemas.openxmlformats.org/drawingml/2006/main" spcFirstLastPara="1" wrap="square" lIns="91425" tIns="91425" rIns="91425" bIns="91425" anchor="ctr">
            <a:normAutofit/>
          </a:bodyPr>
          <a:lstStyle xmlns:a="http://schemas.openxmlformats.org/drawingml/2006/main">
            <a:lvl1pPr marL="457200" indent="-228600">
              <a:lnSpc>
                <a:spcPct val="100000"/>
              </a:lnSpc>
              <a:spcBef>
                <a:spcPts val="0"/>
              </a:spcBef>
              <a:spcAft>
                <a:spcPts val="0"/>
              </a:spcAft>
              <a:buClr>
                <a:schemeClr val="lt1"/>
              </a:buClr>
              <a:buSzPts val="1300"/>
              <a:buFont typeface="Merriweather"/>
              <a:buNone/>
              <a:defRPr>
                <a:solidFill>
                  <a:schemeClr val="lt1"/>
                </a:solidFill>
                <a:latin typeface="Merriweather"/>
                <a:ea typeface="Merriweather"/>
                <a:cs typeface="Merriweather"/>
              </a:defRPr>
            </a:lvl1pPr>
          </a:lstStyle>
          <a:p xmlns:a="http://schemas.openxmlformats.org/drawingml/2006/main"/>
        </p:txBody>
      </p:sp>
      <p:sp>
        <p:nvSpPr>
          <p:cNvPr id="53" name="Google Shape;53;p10">
            <a:extLst xmlns:a="http://schemas.openxmlformats.org/drawingml/2006/main">
              <a:ext uri="{FF2B5EF4-FFF2-40B4-BE49-F238E27FC236}">
                <a16:creationId xmlns:a16="http://schemas.microsoft.com/office/drawing/2014/main" id="{FD0B3F14-AB01-4D0E-87CE-8DE90D05B31A}"/>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p:spPr>
        <p:txBody>
          <a:bodyPr xmlns:a="http://schemas.openxmlformats.org/drawingml/2006/main" spcFirstLastPara="1" wrap="square" lIns="91425" tIns="91425" rIns="91425" bIns="91425" anchor="ctr">
            <a:normAutofit/>
          </a:bodyPr>
          <a:lstStyle xmlns:a="http://schemas.openxmlformats.org/drawingml/2006/main">
            <a:lvl1pPr>
              <a:buNone/>
              <a:defRPr>
                <a:solidFill>
                  <a:schemeClr val="lt1"/>
                </a:solidFill>
              </a:defRPr>
            </a:lvl1pPr>
            <a:lvl2pPr>
              <a:buNone/>
              <a:defRPr>
                <a:solidFill>
                  <a:schemeClr val="lt1"/>
                </a:solidFill>
              </a:defRPr>
            </a:lvl2pPr>
            <a:lvl3pPr>
              <a:buNone/>
              <a:defRPr>
                <a:solidFill>
                  <a:schemeClr val="lt1"/>
                </a:solidFill>
              </a:defRPr>
            </a:lvl3pPr>
            <a:lvl4pPr>
              <a:buNone/>
              <a:defRPr>
                <a:solidFill>
                  <a:schemeClr val="lt1"/>
                </a:solidFill>
              </a:defRPr>
            </a:lvl4pPr>
            <a:lvl5pPr>
              <a:buNone/>
              <a:defRPr>
                <a:solidFill>
                  <a:schemeClr val="lt1"/>
                </a:solidFill>
              </a:defRPr>
            </a:lvl5pPr>
            <a:lvl6pPr>
              <a:buNone/>
              <a:defRPr>
                <a:solidFill>
                  <a:schemeClr val="lt1"/>
                </a:solidFill>
              </a:defRPr>
            </a:lvl6pPr>
            <a:lvl7pPr>
              <a:buNone/>
              <a:defRPr>
                <a:solidFill>
                  <a:schemeClr val="lt1"/>
                </a:solidFill>
              </a:defRPr>
            </a:lvl7pPr>
            <a:lvl8pPr>
              <a:buNone/>
              <a:defRPr>
                <a:solidFill>
                  <a:schemeClr val="lt1"/>
                </a:solidFill>
              </a:defRPr>
            </a:lvl8pPr>
            <a:lvl9pPr>
              <a:buNone/>
              <a:defRPr>
                <a:solidFill>
                  <a:schemeClr val="lt1"/>
                </a:solidFill>
              </a:defRPr>
            </a:lvl9pPr>
          </a:lstStyle>
          <a:p xmlns:a="http://schemas.openxmlformats.org/drawingml/2006/main">
            <a:pPr marL="0" indent="0" algn="r">
              <a:spcBef>
                <a:spcPts val="0"/>
              </a:spcBef>
              <a:spcAft>
                <a:spcPts val="0"/>
              </a:spcAft>
              <a:buNone/>
            </a:pPr>
            <a:fld id="{00000000-1234-1234-1234-123412341234}" type="slidenum">
              <a:t>‹#›</a:t>
            </a:fld>
          </a:p>
        </p:txBody>
      </p:sp>
    </p:spTree>
  </p:cSld>
</p:sldLayout>
</file>

<file path=ppt/slideLayouts/slideLayout10.xml><?xml version="1.0" encoding="utf-8"?>
<p:sldLayout xmlns:p="http://schemas.openxmlformats.org/presentationml/2006/main" matchingName="Big number">
  <p:cSld name="BIG_NUMBER">
    <p:bg>
      <p:bgPr>
        <a:solidFill xmlns:a="http://schemas.openxmlformats.org/drawingml/2006/main">
          <a:schemeClr val="dk1"/>
        </a:solidFill>
      </p:bgPr>
    </p:bg>
    <p:spTree>
      <p:nvGrpSpPr>
        <p:cNvPr id="1" name=""/>
        <p:cNvGrpSpPr/>
        <p:nvPr/>
      </p:nvGrpSpPr>
      <p:grpSpPr>
        <a:xfrm xmlns:a="http://schemas.openxmlformats.org/drawingml/2006/main"/>
      </p:grpSpPr>
      <p:sp>
        <p:nvSpPr>
          <p:cNvPr id="55" name="Google Shape;55;p11">
            <a:extLst xmlns:a="http://schemas.openxmlformats.org/drawingml/2006/main">
              <a:ext uri="{FF2B5EF4-FFF2-40B4-BE49-F238E27FC236}">
                <a16:creationId xmlns:a16="http://schemas.microsoft.com/office/drawing/2014/main" id="{19A1193C-D47F-4611-ADBA-96449F344004}"/>
              </a:ext>
            </a:extLst>
          </p:cNvPr>
          <p:cNvSpPr>
            <a:spLocks xmlns:a="http://schemas.openxmlformats.org/drawingml/2006/main" noGrp="1"/>
          </p:cNvSpPr>
          <p:nvPr>
            <p:ph type="title" idx="0" hasCustomPrompt="1"/>
          </p:nvPr>
        </p:nvSpPr>
        <p:spPr>
          <a:xfrm xmlns:a="http://schemas.openxmlformats.org/drawingml/2006/main">
            <a:off x="311750" y="831175"/>
            <a:ext cx="5334900" cy="1244700"/>
          </a:xfrm>
          <a:prstGeom xmlns:a="http://schemas.openxmlformats.org/drawingml/2006/main" prst="rect">
            <a:avLst/>
          </a:prstGeom>
        </p:spPr>
        <p:txBody>
          <a:bodyPr xmlns:a="http://schemas.openxmlformats.org/drawingml/2006/main" spcFirstLastPara="1" wrap="square" lIns="91425" tIns="91425" rIns="91425" bIns="91425" anchor="b">
            <a:normAutofit/>
          </a:bodyPr>
          <a:lstStyle xmlns:a="http://schemas.openxmlformats.org/drawingml/2006/main">
            <a:lvl1pPr>
              <a:spcBef>
                <a:spcPts val="0"/>
              </a:spcBef>
              <a:spcAft>
                <a:spcPts val="0"/>
              </a:spcAft>
              <a:buClr>
                <a:schemeClr val="lt1"/>
              </a:buClr>
              <a:buSzPts val="10000"/>
              <a:buNone/>
              <a:defRPr sz="10000">
                <a:solidFill>
                  <a:schemeClr val="lt1"/>
                </a:solidFill>
              </a:defRPr>
            </a:lvl1pPr>
            <a:lvl2pPr>
              <a:spcBef>
                <a:spcPts val="0"/>
              </a:spcBef>
              <a:spcAft>
                <a:spcPts val="0"/>
              </a:spcAft>
              <a:buClr>
                <a:schemeClr val="lt1"/>
              </a:buClr>
              <a:buSzPts val="10000"/>
              <a:buNone/>
              <a:defRPr sz="10000">
                <a:solidFill>
                  <a:schemeClr val="lt1"/>
                </a:solidFill>
              </a:defRPr>
            </a:lvl2pPr>
            <a:lvl3pPr>
              <a:spcBef>
                <a:spcPts val="0"/>
              </a:spcBef>
              <a:spcAft>
                <a:spcPts val="0"/>
              </a:spcAft>
              <a:buClr>
                <a:schemeClr val="lt1"/>
              </a:buClr>
              <a:buSzPts val="10000"/>
              <a:buNone/>
              <a:defRPr sz="10000">
                <a:solidFill>
                  <a:schemeClr val="lt1"/>
                </a:solidFill>
              </a:defRPr>
            </a:lvl3pPr>
            <a:lvl4pPr>
              <a:spcBef>
                <a:spcPts val="0"/>
              </a:spcBef>
              <a:spcAft>
                <a:spcPts val="0"/>
              </a:spcAft>
              <a:buClr>
                <a:schemeClr val="lt1"/>
              </a:buClr>
              <a:buSzPts val="10000"/>
              <a:buNone/>
              <a:defRPr sz="10000">
                <a:solidFill>
                  <a:schemeClr val="lt1"/>
                </a:solidFill>
              </a:defRPr>
            </a:lvl4pPr>
            <a:lvl5pPr>
              <a:spcBef>
                <a:spcPts val="0"/>
              </a:spcBef>
              <a:spcAft>
                <a:spcPts val="0"/>
              </a:spcAft>
              <a:buClr>
                <a:schemeClr val="lt1"/>
              </a:buClr>
              <a:buSzPts val="10000"/>
              <a:buNone/>
              <a:defRPr sz="10000">
                <a:solidFill>
                  <a:schemeClr val="lt1"/>
                </a:solidFill>
              </a:defRPr>
            </a:lvl5pPr>
            <a:lvl6pPr>
              <a:spcBef>
                <a:spcPts val="0"/>
              </a:spcBef>
              <a:spcAft>
                <a:spcPts val="0"/>
              </a:spcAft>
              <a:buClr>
                <a:schemeClr val="lt1"/>
              </a:buClr>
              <a:buSzPts val="10000"/>
              <a:buNone/>
              <a:defRPr sz="10000">
                <a:solidFill>
                  <a:schemeClr val="lt1"/>
                </a:solidFill>
              </a:defRPr>
            </a:lvl6pPr>
            <a:lvl7pPr>
              <a:spcBef>
                <a:spcPts val="0"/>
              </a:spcBef>
              <a:spcAft>
                <a:spcPts val="0"/>
              </a:spcAft>
              <a:buClr>
                <a:schemeClr val="lt1"/>
              </a:buClr>
              <a:buSzPts val="10000"/>
              <a:buNone/>
              <a:defRPr sz="10000">
                <a:solidFill>
                  <a:schemeClr val="lt1"/>
                </a:solidFill>
              </a:defRPr>
            </a:lvl7pPr>
            <a:lvl8pPr>
              <a:spcBef>
                <a:spcPts val="0"/>
              </a:spcBef>
              <a:spcAft>
                <a:spcPts val="0"/>
              </a:spcAft>
              <a:buClr>
                <a:schemeClr val="lt1"/>
              </a:buClr>
              <a:buSzPts val="10000"/>
              <a:buNone/>
              <a:defRPr sz="10000">
                <a:solidFill>
                  <a:schemeClr val="lt1"/>
                </a:solidFill>
              </a:defRPr>
            </a:lvl8pPr>
            <a:lvl9pPr>
              <a:spcBef>
                <a:spcPts val="0"/>
              </a:spcBef>
              <a:spcAft>
                <a:spcPts val="0"/>
              </a:spcAft>
              <a:buClr>
                <a:schemeClr val="lt1"/>
              </a:buClr>
              <a:buSzPts val="10000"/>
              <a:buNone/>
              <a:defRPr sz="10000">
                <a:solidFill>
                  <a:schemeClr val="lt1"/>
                </a:solidFill>
              </a:defRPr>
            </a:lvl9pPr>
          </a:lstStyle>
          <a:p xmlns:a="http://schemas.openxmlformats.org/drawingml/2006/main">
            <a:r>
              <a:t>xx%</a:t>
            </a:r>
          </a:p>
        </p:txBody>
      </p:sp>
      <p:sp>
        <p:nvSpPr>
          <p:cNvPr id="56" name="Google Shape;56;p11">
            <a:extLst xmlns:a="http://schemas.openxmlformats.org/drawingml/2006/main">
              <a:ext uri="{FF2B5EF4-FFF2-40B4-BE49-F238E27FC236}">
                <a16:creationId xmlns:a16="http://schemas.microsoft.com/office/drawing/2014/main" id="{0A1CC078-4EC6-42B2-8429-26B4485B137D}"/>
              </a:ext>
            </a:extLst>
          </p:cNvPr>
          <p:cNvSpPr>
            <a:spLocks xmlns:a="http://schemas.openxmlformats.org/drawingml/2006/main" noGrp="1"/>
          </p:cNvSpPr>
          <p:nvPr>
            <p:ph type="body" idx="1"/>
          </p:nvPr>
        </p:nvSpPr>
        <p:spPr>
          <a:xfrm xmlns:a="http://schemas.openxmlformats.org/drawingml/2006/main">
            <a:off x="311700" y="2121425"/>
            <a:ext cx="5334900" cy="942600"/>
          </a:xfrm>
          <a:prstGeom xmlns:a="http://schemas.openxmlformats.org/drawingml/2006/main" prst="rect">
            <a:avLst/>
          </a:prstGeom>
        </p:spPr>
        <p:txBody>
          <a:bodyPr xmlns:a="http://schemas.openxmlformats.org/drawingml/2006/main" spcFirstLastPara="1" wrap="square" lIns="91425" tIns="91425" rIns="91425" bIns="91425" anchor="t">
            <a:normAutofit/>
          </a:bodyPr>
          <a:lstStyle xmlns:a="http://schemas.openxmlformats.org/drawingml/2006/main">
            <a:lvl1pPr marL="457200" indent="-311150">
              <a:spcBef>
                <a:spcPts val="0"/>
              </a:spcBef>
              <a:spcAft>
                <a:spcPts val="0"/>
              </a:spcAft>
              <a:buClr>
                <a:schemeClr val="accent2"/>
              </a:buClr>
              <a:buSzPts val="1300"/>
              <a:buChar char="●"/>
              <a:defRPr>
                <a:solidFill>
                  <a:schemeClr val="accent2"/>
                </a:solidFill>
              </a:defRPr>
            </a:lvl1pPr>
            <a:lvl2pPr marL="914400" indent="-298450">
              <a:spcBef>
                <a:spcPts val="0"/>
              </a:spcBef>
              <a:spcAft>
                <a:spcPts val="0"/>
              </a:spcAft>
              <a:buClr>
                <a:schemeClr val="accent2"/>
              </a:buClr>
              <a:buSzPts val="1100"/>
              <a:buChar char="○"/>
              <a:defRPr>
                <a:solidFill>
                  <a:schemeClr val="accent2"/>
                </a:solidFill>
              </a:defRPr>
            </a:lvl2pPr>
            <a:lvl3pPr marL="1371600" indent="-298450">
              <a:spcBef>
                <a:spcPts val="0"/>
              </a:spcBef>
              <a:spcAft>
                <a:spcPts val="0"/>
              </a:spcAft>
              <a:buClr>
                <a:schemeClr val="accent2"/>
              </a:buClr>
              <a:buSzPts val="1100"/>
              <a:buChar char="■"/>
              <a:defRPr>
                <a:solidFill>
                  <a:schemeClr val="accent2"/>
                </a:solidFill>
              </a:defRPr>
            </a:lvl3pPr>
            <a:lvl4pPr marL="1828800" indent="-298450">
              <a:spcBef>
                <a:spcPts val="0"/>
              </a:spcBef>
              <a:spcAft>
                <a:spcPts val="0"/>
              </a:spcAft>
              <a:buClr>
                <a:schemeClr val="accent2"/>
              </a:buClr>
              <a:buSzPts val="1100"/>
              <a:buChar char="●"/>
              <a:defRPr>
                <a:solidFill>
                  <a:schemeClr val="accent2"/>
                </a:solidFill>
              </a:defRPr>
            </a:lvl4pPr>
            <a:lvl5pPr marL="2286000" indent="-298450">
              <a:spcBef>
                <a:spcPts val="0"/>
              </a:spcBef>
              <a:spcAft>
                <a:spcPts val="0"/>
              </a:spcAft>
              <a:buClr>
                <a:schemeClr val="accent2"/>
              </a:buClr>
              <a:buSzPts val="1100"/>
              <a:buChar char="○"/>
              <a:defRPr>
                <a:solidFill>
                  <a:schemeClr val="accent2"/>
                </a:solidFill>
              </a:defRPr>
            </a:lvl5pPr>
            <a:lvl6pPr marL="2743200" indent="-298450">
              <a:spcBef>
                <a:spcPts val="0"/>
              </a:spcBef>
              <a:spcAft>
                <a:spcPts val="0"/>
              </a:spcAft>
              <a:buClr>
                <a:schemeClr val="accent2"/>
              </a:buClr>
              <a:buSzPts val="1100"/>
              <a:buChar char="■"/>
              <a:defRPr>
                <a:solidFill>
                  <a:schemeClr val="accent2"/>
                </a:solidFill>
              </a:defRPr>
            </a:lvl6pPr>
            <a:lvl7pPr marL="3200400" indent="-298450">
              <a:spcBef>
                <a:spcPts val="0"/>
              </a:spcBef>
              <a:spcAft>
                <a:spcPts val="0"/>
              </a:spcAft>
              <a:buClr>
                <a:schemeClr val="accent2"/>
              </a:buClr>
              <a:buSzPts val="1100"/>
              <a:buChar char="●"/>
              <a:defRPr>
                <a:solidFill>
                  <a:schemeClr val="accent2"/>
                </a:solidFill>
              </a:defRPr>
            </a:lvl7pPr>
            <a:lvl8pPr marL="3657600" indent="-298450">
              <a:spcBef>
                <a:spcPts val="0"/>
              </a:spcBef>
              <a:spcAft>
                <a:spcPts val="0"/>
              </a:spcAft>
              <a:buClr>
                <a:schemeClr val="accent2"/>
              </a:buClr>
              <a:buSzPts val="1100"/>
              <a:buChar char="○"/>
              <a:defRPr>
                <a:solidFill>
                  <a:schemeClr val="accent2"/>
                </a:solidFill>
              </a:defRPr>
            </a:lvl8pPr>
            <a:lvl9pPr marL="4114800" indent="-298450">
              <a:spcBef>
                <a:spcPts val="0"/>
              </a:spcBef>
              <a:spcAft>
                <a:spcPts val="0"/>
              </a:spcAft>
              <a:buClr>
                <a:schemeClr val="accent2"/>
              </a:buClr>
              <a:buSzPts val="1100"/>
              <a:buChar char="■"/>
              <a:defRPr>
                <a:solidFill>
                  <a:schemeClr val="accent2"/>
                </a:solidFill>
              </a:defRPr>
            </a:lvl9pPr>
          </a:lstStyle>
          <a:p xmlns:a="http://schemas.openxmlformats.org/drawingml/2006/main"/>
        </p:txBody>
      </p:sp>
      <p:sp>
        <p:nvSpPr>
          <p:cNvPr id="57" name="Google Shape;57;p11">
            <a:extLst xmlns:a="http://schemas.openxmlformats.org/drawingml/2006/main">
              <a:ext uri="{FF2B5EF4-FFF2-40B4-BE49-F238E27FC236}">
                <a16:creationId xmlns:a16="http://schemas.microsoft.com/office/drawing/2014/main" id="{A4254609-AC69-42CD-A7A6-9A276A3A5293}"/>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p:spPr>
        <p:txBody>
          <a:bodyPr xmlns:a="http://schemas.openxmlformats.org/drawingml/2006/main" spcFirstLastPara="1" wrap="square" lIns="91425" tIns="91425" rIns="91425" bIns="91425" anchor="ctr">
            <a:normAutofit/>
          </a:bodyPr>
          <a:lstStyle xmlns:a="http://schemas.openxmlformats.org/drawingml/2006/main">
            <a:lvl1pPr>
              <a:buNone/>
              <a:defRPr>
                <a:solidFill>
                  <a:schemeClr val="lt1"/>
                </a:solidFill>
              </a:defRPr>
            </a:lvl1pPr>
            <a:lvl2pPr>
              <a:buNone/>
              <a:defRPr>
                <a:solidFill>
                  <a:schemeClr val="lt1"/>
                </a:solidFill>
              </a:defRPr>
            </a:lvl2pPr>
            <a:lvl3pPr>
              <a:buNone/>
              <a:defRPr>
                <a:solidFill>
                  <a:schemeClr val="lt1"/>
                </a:solidFill>
              </a:defRPr>
            </a:lvl3pPr>
            <a:lvl4pPr>
              <a:buNone/>
              <a:defRPr>
                <a:solidFill>
                  <a:schemeClr val="lt1"/>
                </a:solidFill>
              </a:defRPr>
            </a:lvl4pPr>
            <a:lvl5pPr>
              <a:buNone/>
              <a:defRPr>
                <a:solidFill>
                  <a:schemeClr val="lt1"/>
                </a:solidFill>
              </a:defRPr>
            </a:lvl5pPr>
            <a:lvl6pPr>
              <a:buNone/>
              <a:defRPr>
                <a:solidFill>
                  <a:schemeClr val="lt1"/>
                </a:solidFill>
              </a:defRPr>
            </a:lvl6pPr>
            <a:lvl7pPr>
              <a:buNone/>
              <a:defRPr>
                <a:solidFill>
                  <a:schemeClr val="lt1"/>
                </a:solidFill>
              </a:defRPr>
            </a:lvl7pPr>
            <a:lvl8pPr>
              <a:buNone/>
              <a:defRPr>
                <a:solidFill>
                  <a:schemeClr val="lt1"/>
                </a:solidFill>
              </a:defRPr>
            </a:lvl8pPr>
            <a:lvl9pPr>
              <a:buNone/>
              <a:defRPr>
                <a:solidFill>
                  <a:schemeClr val="lt1"/>
                </a:solidFill>
              </a:defRPr>
            </a:lvl9pPr>
          </a:lstStyle>
          <a:p xmlns:a="http://schemas.openxmlformats.org/drawingml/2006/main">
            <a:pPr marL="0" indent="0" algn="r">
              <a:spcBef>
                <a:spcPts val="0"/>
              </a:spcBef>
              <a:spcAft>
                <a:spcPts val="0"/>
              </a:spcAft>
              <a:buNone/>
            </a:pPr>
            <a:fld id="{00000000-1234-1234-1234-123412341234}" type="slidenum">
              <a:t>‹#›</a:t>
            </a:fld>
          </a:p>
        </p:txBody>
      </p:sp>
    </p:spTree>
  </p:cSld>
</p:sldLayout>
</file>

<file path=ppt/slideLayouts/slideLayout11.xml><?xml version="1.0" encoding="utf-8"?>
<p:sldLayout xmlns:p="http://schemas.openxmlformats.org/presentationml/2006/main" matchingName="Blank" type="blank">
  <p:cSld name="BLANK">
    <p:spTree>
      <p:nvGrpSpPr>
        <p:cNvPr id="1" name=""/>
        <p:cNvGrpSpPr/>
        <p:nvPr/>
      </p:nvGrpSpPr>
      <p:grpSpPr>
        <a:xfrm xmlns:a="http://schemas.openxmlformats.org/drawingml/2006/main"/>
      </p:grpSpPr>
      <p:sp>
        <p:nvSpPr>
          <p:cNvPr id="59" name="Google Shape;59;p12">
            <a:extLst xmlns:a="http://schemas.openxmlformats.org/drawingml/2006/main">
              <a:ext uri="{FF2B5EF4-FFF2-40B4-BE49-F238E27FC236}">
                <a16:creationId xmlns:a16="http://schemas.microsoft.com/office/drawing/2014/main" id="{6FA84DBA-20A7-4AA5-A110-60580643F3BE}"/>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p:spPr>
        <p:txBody>
          <a:bodyPr xmlns:a="http://schemas.openxmlformats.org/drawingml/2006/main" spcFirstLastPara="1" wrap="square" lIns="91425" tIns="91425" rIns="91425" bIns="91425" anchor="ctr">
            <a:normAutofit/>
          </a:bodyPr>
          <a:lstStyle xmlns:a="http://schemas.openxmlformats.org/drawingml/2006/main">
            <a:lvl1pPr>
              <a:buNone/>
              <a:defRPr/>
            </a:lvl1pPr>
            <a:lvl2pPr>
              <a:buNone/>
              <a:defRPr/>
            </a:lvl2pPr>
            <a:lvl3pPr>
              <a:buNone/>
              <a:defRPr/>
            </a:lvl3pPr>
            <a:lvl4pPr>
              <a:buNone/>
              <a:defRPr/>
            </a:lvl4pPr>
            <a:lvl5pPr>
              <a:buNone/>
              <a:defRPr/>
            </a:lvl5pPr>
            <a:lvl6pPr>
              <a:buNone/>
              <a:defRPr/>
            </a:lvl6pPr>
            <a:lvl7pPr>
              <a:buNone/>
              <a:defRPr/>
            </a:lvl7pPr>
            <a:lvl8pPr>
              <a:buNone/>
              <a:defRPr/>
            </a:lvl8pPr>
            <a:lvl9pPr>
              <a:buNone/>
              <a:defRPr/>
            </a:lvl9pPr>
          </a:lstStyle>
          <a:p xmlns:a="http://schemas.openxmlformats.org/drawingml/2006/main">
            <a:pPr marL="0" indent="0" algn="r">
              <a:spcBef>
                <a:spcPts val="0"/>
              </a:spcBef>
              <a:spcAft>
                <a:spcPts val="0"/>
              </a:spcAft>
              <a:buNone/>
            </a:pPr>
            <a:fld id="{00000000-1234-1234-1234-123412341234}" type="slidenum">
              <a:t>‹#›</a:t>
            </a:fld>
          </a:p>
        </p:txBody>
      </p:sp>
    </p:spTree>
  </p:cSld>
</p:sldLayout>
</file>

<file path=ppt/slideLayouts/slideLayout12.xml><?xml version="1.0" encoding="utf-8"?>
<p:sldLayout xmlns:p="http://schemas.openxmlformats.org/presentationml/2006/main" matchingName="Title and body (g3e7543dd64f_7_0)">
  <p:cSld name="Title and body (g3e7543dd64f_7_0)">
    <p:spTree>
      <p:nvGrpSpPr>
        <p:cNvPr id="1" name=""/>
        <p:cNvGrpSpPr/>
        <p:nvPr/>
      </p:nvGrpSpPr>
      <p:grpSpPr>
        <a:xfrm xmlns:a="http://schemas.openxmlformats.org/drawingml/2006/main"/>
      </p:grpSpPr>
      <p:sp>
        <p:nvSpPr>
          <p:cNvPr id="61" name="Google Shape;61;p13">
            <a:extLst xmlns:a="http://schemas.openxmlformats.org/drawingml/2006/main">
              <a:ext uri="{FF2B5EF4-FFF2-40B4-BE49-F238E27FC236}">
                <a16:creationId xmlns:a16="http://schemas.microsoft.com/office/drawing/2014/main" id="{5652606F-345E-4688-AFE2-5CE6F6742763}"/>
              </a:ext>
            </a:extLst>
          </p:cNvPr>
          <p:cNvSpPr>
            <a:spLocks xmlns:a="http://schemas.openxmlformats.org/drawingml/2006/main" noGrp="1"/>
          </p:cNvSpPr>
          <p:nvPr>
            <p:ph type="title" idx="0"/>
          </p:nvPr>
        </p:nvSpPr>
        <p:spPr>
          <a:xfrm xmlns:a="http://schemas.openxmlformats.org/drawingml/2006/main">
            <a:off x="311725" y="500925"/>
            <a:ext cx="3706500" cy="2508900"/>
          </a:xfrm>
          <a:prstGeom xmlns:a="http://schemas.openxmlformats.org/drawingml/2006/main" prst="rect">
            <a:avLst/>
          </a:prstGeom>
        </p:spPr>
        <p:txBody>
          <a:bodyPr xmlns:a="http://schemas.openxmlformats.org/drawingml/2006/main" spcFirstLastPara="1" wrap="square" lIns="91425" tIns="91425" rIns="91425" bIns="91425" anchor="t">
            <a:normAutofit/>
          </a:bodyPr>
          <a:lstStyle xmlns:a="http://schemas.openxmlformats.org/drawingml/2006/main">
            <a:lvl1pPr>
              <a:spcBef>
                <a:spcPts val="0"/>
              </a:spcBef>
              <a:spcAft>
                <a:spcPts val="0"/>
              </a:spcAft>
              <a:buClr>
                <a:schemeClr val="lt1"/>
              </a:buClr>
              <a:buSzPts val="2800"/>
              <a:buNone/>
              <a:defRPr>
                <a:solidFill>
                  <a:schemeClr val="lt1"/>
                </a:solidFill>
              </a:defRPr>
            </a:lvl1pPr>
            <a:lvl2pPr>
              <a:spcBef>
                <a:spcPts val="0"/>
              </a:spcBef>
              <a:spcAft>
                <a:spcPts val="0"/>
              </a:spcAft>
              <a:buClr>
                <a:schemeClr val="lt1"/>
              </a:buClr>
              <a:buSzPts val="2800"/>
              <a:buNone/>
              <a:defRPr>
                <a:solidFill>
                  <a:schemeClr val="lt1"/>
                </a:solidFill>
              </a:defRPr>
            </a:lvl2pPr>
            <a:lvl3pPr>
              <a:spcBef>
                <a:spcPts val="0"/>
              </a:spcBef>
              <a:spcAft>
                <a:spcPts val="0"/>
              </a:spcAft>
              <a:buClr>
                <a:schemeClr val="lt1"/>
              </a:buClr>
              <a:buSzPts val="2800"/>
              <a:buNone/>
              <a:defRPr>
                <a:solidFill>
                  <a:schemeClr val="lt1"/>
                </a:solidFill>
              </a:defRPr>
            </a:lvl3pPr>
            <a:lvl4pPr>
              <a:spcBef>
                <a:spcPts val="0"/>
              </a:spcBef>
              <a:spcAft>
                <a:spcPts val="0"/>
              </a:spcAft>
              <a:buClr>
                <a:schemeClr val="lt1"/>
              </a:buClr>
              <a:buSzPts val="2800"/>
              <a:buNone/>
              <a:defRPr>
                <a:solidFill>
                  <a:schemeClr val="lt1"/>
                </a:solidFill>
              </a:defRPr>
            </a:lvl4pPr>
            <a:lvl5pPr>
              <a:spcBef>
                <a:spcPts val="0"/>
              </a:spcBef>
              <a:spcAft>
                <a:spcPts val="0"/>
              </a:spcAft>
              <a:buClr>
                <a:schemeClr val="lt1"/>
              </a:buClr>
              <a:buSzPts val="2800"/>
              <a:buNone/>
              <a:defRPr>
                <a:solidFill>
                  <a:schemeClr val="lt1"/>
                </a:solidFill>
              </a:defRPr>
            </a:lvl5pPr>
            <a:lvl6pPr>
              <a:spcBef>
                <a:spcPts val="0"/>
              </a:spcBef>
              <a:spcAft>
                <a:spcPts val="0"/>
              </a:spcAft>
              <a:buClr>
                <a:schemeClr val="lt1"/>
              </a:buClr>
              <a:buSzPts val="2800"/>
              <a:buNone/>
              <a:defRPr>
                <a:solidFill>
                  <a:schemeClr val="lt1"/>
                </a:solidFill>
              </a:defRPr>
            </a:lvl6pPr>
            <a:lvl7pPr>
              <a:spcBef>
                <a:spcPts val="0"/>
              </a:spcBef>
              <a:spcAft>
                <a:spcPts val="0"/>
              </a:spcAft>
              <a:buClr>
                <a:schemeClr val="lt1"/>
              </a:buClr>
              <a:buSzPts val="2800"/>
              <a:buNone/>
              <a:defRPr>
                <a:solidFill>
                  <a:schemeClr val="lt1"/>
                </a:solidFill>
              </a:defRPr>
            </a:lvl7pPr>
            <a:lvl8pPr>
              <a:spcBef>
                <a:spcPts val="0"/>
              </a:spcBef>
              <a:spcAft>
                <a:spcPts val="0"/>
              </a:spcAft>
              <a:buClr>
                <a:schemeClr val="lt1"/>
              </a:buClr>
              <a:buSzPts val="2800"/>
              <a:buNone/>
              <a:defRPr>
                <a:solidFill>
                  <a:schemeClr val="lt1"/>
                </a:solidFill>
              </a:defRPr>
            </a:lvl8pPr>
            <a:lvl9pPr>
              <a:spcBef>
                <a:spcPts val="0"/>
              </a:spcBef>
              <a:spcAft>
                <a:spcPts val="0"/>
              </a:spcAft>
              <a:buClr>
                <a:schemeClr val="lt1"/>
              </a:buClr>
              <a:buSzPts val="2800"/>
              <a:buNone/>
              <a:defRPr>
                <a:solidFill>
                  <a:schemeClr val="lt1"/>
                </a:solidFill>
              </a:defRPr>
            </a:lvl9pPr>
          </a:lstStyle>
          <a:p xmlns:a="http://schemas.openxmlformats.org/drawingml/2006/main"/>
        </p:txBody>
      </p:sp>
      <p:sp>
        <p:nvSpPr>
          <p:cNvPr id="62" name="Google Shape;62;p13">
            <a:extLst xmlns:a="http://schemas.openxmlformats.org/drawingml/2006/main">
              <a:ext uri="{FF2B5EF4-FFF2-40B4-BE49-F238E27FC236}">
                <a16:creationId xmlns:a16="http://schemas.microsoft.com/office/drawing/2014/main" id="{0869F73B-1CC4-4CB6-A384-AB04C4C6B59F}"/>
              </a:ext>
            </a:extLst>
          </p:cNvPr>
          <p:cNvSpPr>
            <a:spLocks xmlns:a="http://schemas.openxmlformats.org/drawingml/2006/main" noGrp="1"/>
          </p:cNvSpPr>
          <p:nvPr>
            <p:ph type="body" idx="1"/>
          </p:nvPr>
        </p:nvSpPr>
        <p:spPr>
          <a:xfrm xmlns:a="http://schemas.openxmlformats.org/drawingml/2006/main">
            <a:off x="4644675" y="500925"/>
            <a:ext cx="4166400" cy="4098600"/>
          </a:xfrm>
          <a:prstGeom xmlns:a="http://schemas.openxmlformats.org/drawingml/2006/main" prst="rect">
            <a:avLst/>
          </a:prstGeom>
        </p:spPr>
        <p:txBody>
          <a:bodyPr xmlns:a="http://schemas.openxmlformats.org/drawingml/2006/main" spcFirstLastPara="1" wrap="square" lIns="91425" tIns="91425" rIns="91425" bIns="91425" anchor="t">
            <a:normAutofit/>
          </a:bodyPr>
          <a:lstStyle xmlns:a="http://schemas.openxmlformats.org/drawingml/2006/main">
            <a:lvl1pPr marL="457200" indent="-311150">
              <a:spcBef>
                <a:spcPts val="0"/>
              </a:spcBef>
              <a:spcAft>
                <a:spcPts val="0"/>
              </a:spcAft>
              <a:buSzPts val="1300"/>
              <a:buChar char="●"/>
              <a:defRPr/>
            </a:lvl1pPr>
            <a:lvl2pPr marL="914400" indent="-298450">
              <a:spcBef>
                <a:spcPts val="0"/>
              </a:spcBef>
              <a:spcAft>
                <a:spcPts val="0"/>
              </a:spcAft>
              <a:buSzPts val="1100"/>
              <a:buChar char="○"/>
              <a:defRPr/>
            </a:lvl2pPr>
            <a:lvl3pPr marL="1371600" indent="-298450">
              <a:spcBef>
                <a:spcPts val="0"/>
              </a:spcBef>
              <a:spcAft>
                <a:spcPts val="0"/>
              </a:spcAft>
              <a:buSzPts val="1100"/>
              <a:buChar char="■"/>
              <a:defRPr/>
            </a:lvl3pPr>
            <a:lvl4pPr marL="1828800" indent="-298450">
              <a:spcBef>
                <a:spcPts val="0"/>
              </a:spcBef>
              <a:spcAft>
                <a:spcPts val="0"/>
              </a:spcAft>
              <a:buSzPts val="1100"/>
              <a:buChar char="●"/>
              <a:defRPr/>
            </a:lvl4pPr>
            <a:lvl5pPr marL="2286000" indent="-298450">
              <a:spcBef>
                <a:spcPts val="0"/>
              </a:spcBef>
              <a:spcAft>
                <a:spcPts val="0"/>
              </a:spcAft>
              <a:buSzPts val="1100"/>
              <a:buChar char="○"/>
              <a:defRPr/>
            </a:lvl5pPr>
            <a:lvl6pPr marL="2743200" indent="-298450">
              <a:spcBef>
                <a:spcPts val="0"/>
              </a:spcBef>
              <a:spcAft>
                <a:spcPts val="0"/>
              </a:spcAft>
              <a:buSzPts val="1100"/>
              <a:buChar char="■"/>
              <a:defRPr/>
            </a:lvl6pPr>
            <a:lvl7pPr marL="3200400" indent="-298450">
              <a:spcBef>
                <a:spcPts val="0"/>
              </a:spcBef>
              <a:spcAft>
                <a:spcPts val="0"/>
              </a:spcAft>
              <a:buSzPts val="1100"/>
              <a:buChar char="●"/>
              <a:defRPr/>
            </a:lvl7pPr>
            <a:lvl8pPr marL="3657600" indent="-298450">
              <a:spcBef>
                <a:spcPts val="0"/>
              </a:spcBef>
              <a:spcAft>
                <a:spcPts val="0"/>
              </a:spcAft>
              <a:buSzPts val="1100"/>
              <a:buChar char="○"/>
              <a:defRPr/>
            </a:lvl8pPr>
            <a:lvl9pPr marL="4114800" indent="-298450">
              <a:spcBef>
                <a:spcPts val="0"/>
              </a:spcBef>
              <a:spcAft>
                <a:spcPts val="0"/>
              </a:spcAft>
              <a:buSzPts val="1100"/>
              <a:buChar char="■"/>
              <a:defRPr/>
            </a:lvl9pPr>
          </a:lstStyle>
          <a:p xmlns:a="http://schemas.openxmlformats.org/drawingml/2006/main"/>
        </p:txBody>
      </p:sp>
      <p:sp>
        <p:nvSpPr>
          <p:cNvPr id="63" name="Google Shape;63;p13">
            <a:extLst xmlns:a="http://schemas.openxmlformats.org/drawingml/2006/main">
              <a:ext uri="{FF2B5EF4-FFF2-40B4-BE49-F238E27FC236}">
                <a16:creationId xmlns:a16="http://schemas.microsoft.com/office/drawing/2014/main" id="{127D5E82-7C0F-4344-8DF1-1A5C6BE8D08C}"/>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p:spPr>
        <p:txBody>
          <a:bodyPr xmlns:a="http://schemas.openxmlformats.org/drawingml/2006/main" spcFirstLastPara="1" wrap="square" lIns="91425" tIns="91425" rIns="91425" bIns="91425" anchor="ctr">
            <a:normAutofit/>
          </a:bodyPr>
          <a:lstStyle xmlns:a="http://schemas.openxmlformats.org/drawingml/2006/main">
            <a:lvl1pPr>
              <a:buNone/>
              <a:defRPr/>
            </a:lvl1pPr>
            <a:lvl2pPr>
              <a:buNone/>
              <a:defRPr/>
            </a:lvl2pPr>
            <a:lvl3pPr>
              <a:buNone/>
              <a:defRPr/>
            </a:lvl3pPr>
            <a:lvl4pPr>
              <a:buNone/>
              <a:defRPr/>
            </a:lvl4pPr>
            <a:lvl5pPr>
              <a:buNone/>
              <a:defRPr/>
            </a:lvl5pPr>
            <a:lvl6pPr>
              <a:buNone/>
              <a:defRPr/>
            </a:lvl6pPr>
            <a:lvl7pPr>
              <a:buNone/>
              <a:defRPr/>
            </a:lvl7pPr>
            <a:lvl8pPr>
              <a:buNone/>
              <a:defRPr/>
            </a:lvl8pPr>
            <a:lvl9pPr>
              <a:buNone/>
              <a:defRPr/>
            </a:lvl9pPr>
          </a:lstStyle>
          <a:p xmlns:a="http://schemas.openxmlformats.org/drawingml/2006/main">
            <a:pPr marL="0" indent="0" algn="r">
              <a:spcBef>
                <a:spcPts val="0"/>
              </a:spcBef>
              <a:spcAft>
                <a:spcPts val="0"/>
              </a:spcAft>
              <a:buNone/>
            </a:pPr>
            <a:fld id="{00000000-1234-1234-1234-123412341234}" type="slidenum">
              <a:t>‹#›</a:t>
            </a:fld>
          </a:p>
        </p:txBody>
      </p:sp>
    </p:spTree>
  </p:cSld>
</p:sldLayout>
</file>

<file path=ppt/slideLayouts/slideLayout13.xml><?xml version="1.0" encoding="utf-8"?>
<p:sldLayout xmlns:p="http://schemas.openxmlformats.org/presentationml/2006/main" matchingName="Title and body (g3e7543dd64f_31_0)">
  <p:cSld name="Title and body (g3e7543dd64f_31_0)">
    <p:spTree>
      <p:nvGrpSpPr>
        <p:cNvPr id="1" name=""/>
        <p:cNvGrpSpPr/>
        <p:nvPr/>
      </p:nvGrpSpPr>
      <p:grpSpPr>
        <a:xfrm xmlns:a="http://schemas.openxmlformats.org/drawingml/2006/main"/>
      </p:grpSpPr>
      <p:sp>
        <p:nvSpPr>
          <p:cNvPr id="65" name="Google Shape;65;p14">
            <a:extLst xmlns:a="http://schemas.openxmlformats.org/drawingml/2006/main">
              <a:ext uri="{FF2B5EF4-FFF2-40B4-BE49-F238E27FC236}">
                <a16:creationId xmlns:a16="http://schemas.microsoft.com/office/drawing/2014/main" id="{57EE7DE3-4D07-4175-B230-9051802D442C}"/>
              </a:ext>
            </a:extLst>
          </p:cNvPr>
          <p:cNvSpPr>
            <a:spLocks xmlns:a="http://schemas.openxmlformats.org/drawingml/2006/main" noGrp="1"/>
          </p:cNvSpPr>
          <p:nvPr>
            <p:ph type="title" idx="0"/>
          </p:nvPr>
        </p:nvSpPr>
        <p:spPr>
          <a:xfrm xmlns:a="http://schemas.openxmlformats.org/drawingml/2006/main">
            <a:off x="311725" y="500925"/>
            <a:ext cx="3706500" cy="2508900"/>
          </a:xfrm>
          <a:prstGeom xmlns:a="http://schemas.openxmlformats.org/drawingml/2006/main" prst="rect">
            <a:avLst/>
          </a:prstGeom>
        </p:spPr>
        <p:txBody>
          <a:bodyPr xmlns:a="http://schemas.openxmlformats.org/drawingml/2006/main" spcFirstLastPara="1" wrap="square" lIns="91425" tIns="91425" rIns="91425" bIns="91425" anchor="t">
            <a:normAutofit/>
          </a:bodyPr>
          <a:lstStyle xmlns:a="http://schemas.openxmlformats.org/drawingml/2006/main">
            <a:lvl1pPr>
              <a:spcBef>
                <a:spcPts val="0"/>
              </a:spcBef>
              <a:spcAft>
                <a:spcPts val="0"/>
              </a:spcAft>
              <a:buClr>
                <a:schemeClr val="lt1"/>
              </a:buClr>
              <a:buSzPts val="2800"/>
              <a:buNone/>
              <a:defRPr>
                <a:solidFill>
                  <a:schemeClr val="lt1"/>
                </a:solidFill>
              </a:defRPr>
            </a:lvl1pPr>
            <a:lvl2pPr>
              <a:spcBef>
                <a:spcPts val="0"/>
              </a:spcBef>
              <a:spcAft>
                <a:spcPts val="0"/>
              </a:spcAft>
              <a:buClr>
                <a:schemeClr val="lt1"/>
              </a:buClr>
              <a:buSzPts val="2800"/>
              <a:buNone/>
              <a:defRPr>
                <a:solidFill>
                  <a:schemeClr val="lt1"/>
                </a:solidFill>
              </a:defRPr>
            </a:lvl2pPr>
            <a:lvl3pPr>
              <a:spcBef>
                <a:spcPts val="0"/>
              </a:spcBef>
              <a:spcAft>
                <a:spcPts val="0"/>
              </a:spcAft>
              <a:buClr>
                <a:schemeClr val="lt1"/>
              </a:buClr>
              <a:buSzPts val="2800"/>
              <a:buNone/>
              <a:defRPr>
                <a:solidFill>
                  <a:schemeClr val="lt1"/>
                </a:solidFill>
              </a:defRPr>
            </a:lvl3pPr>
            <a:lvl4pPr>
              <a:spcBef>
                <a:spcPts val="0"/>
              </a:spcBef>
              <a:spcAft>
                <a:spcPts val="0"/>
              </a:spcAft>
              <a:buClr>
                <a:schemeClr val="lt1"/>
              </a:buClr>
              <a:buSzPts val="2800"/>
              <a:buNone/>
              <a:defRPr>
                <a:solidFill>
                  <a:schemeClr val="lt1"/>
                </a:solidFill>
              </a:defRPr>
            </a:lvl4pPr>
            <a:lvl5pPr>
              <a:spcBef>
                <a:spcPts val="0"/>
              </a:spcBef>
              <a:spcAft>
                <a:spcPts val="0"/>
              </a:spcAft>
              <a:buClr>
                <a:schemeClr val="lt1"/>
              </a:buClr>
              <a:buSzPts val="2800"/>
              <a:buNone/>
              <a:defRPr>
                <a:solidFill>
                  <a:schemeClr val="lt1"/>
                </a:solidFill>
              </a:defRPr>
            </a:lvl5pPr>
            <a:lvl6pPr>
              <a:spcBef>
                <a:spcPts val="0"/>
              </a:spcBef>
              <a:spcAft>
                <a:spcPts val="0"/>
              </a:spcAft>
              <a:buClr>
                <a:schemeClr val="lt1"/>
              </a:buClr>
              <a:buSzPts val="2800"/>
              <a:buNone/>
              <a:defRPr>
                <a:solidFill>
                  <a:schemeClr val="lt1"/>
                </a:solidFill>
              </a:defRPr>
            </a:lvl6pPr>
            <a:lvl7pPr>
              <a:spcBef>
                <a:spcPts val="0"/>
              </a:spcBef>
              <a:spcAft>
                <a:spcPts val="0"/>
              </a:spcAft>
              <a:buClr>
                <a:schemeClr val="lt1"/>
              </a:buClr>
              <a:buSzPts val="2800"/>
              <a:buNone/>
              <a:defRPr>
                <a:solidFill>
                  <a:schemeClr val="lt1"/>
                </a:solidFill>
              </a:defRPr>
            </a:lvl7pPr>
            <a:lvl8pPr>
              <a:spcBef>
                <a:spcPts val="0"/>
              </a:spcBef>
              <a:spcAft>
                <a:spcPts val="0"/>
              </a:spcAft>
              <a:buClr>
                <a:schemeClr val="lt1"/>
              </a:buClr>
              <a:buSzPts val="2800"/>
              <a:buNone/>
              <a:defRPr>
                <a:solidFill>
                  <a:schemeClr val="lt1"/>
                </a:solidFill>
              </a:defRPr>
            </a:lvl8pPr>
            <a:lvl9pPr>
              <a:spcBef>
                <a:spcPts val="0"/>
              </a:spcBef>
              <a:spcAft>
                <a:spcPts val="0"/>
              </a:spcAft>
              <a:buClr>
                <a:schemeClr val="lt1"/>
              </a:buClr>
              <a:buSzPts val="2800"/>
              <a:buNone/>
              <a:defRPr>
                <a:solidFill>
                  <a:schemeClr val="lt1"/>
                </a:solidFill>
              </a:defRPr>
            </a:lvl9pPr>
          </a:lstStyle>
          <a:p xmlns:a="http://schemas.openxmlformats.org/drawingml/2006/main"/>
        </p:txBody>
      </p:sp>
      <p:sp>
        <p:nvSpPr>
          <p:cNvPr id="66" name="Google Shape;66;p14">
            <a:extLst xmlns:a="http://schemas.openxmlformats.org/drawingml/2006/main">
              <a:ext uri="{FF2B5EF4-FFF2-40B4-BE49-F238E27FC236}">
                <a16:creationId xmlns:a16="http://schemas.microsoft.com/office/drawing/2014/main" id="{2AB10DE0-011A-42B0-803A-52A3C4C87E68}"/>
              </a:ext>
            </a:extLst>
          </p:cNvPr>
          <p:cNvSpPr>
            <a:spLocks xmlns:a="http://schemas.openxmlformats.org/drawingml/2006/main" noGrp="1"/>
          </p:cNvSpPr>
          <p:nvPr>
            <p:ph type="body" idx="1"/>
          </p:nvPr>
        </p:nvSpPr>
        <p:spPr>
          <a:xfrm xmlns:a="http://schemas.openxmlformats.org/drawingml/2006/main">
            <a:off x="4644675" y="500925"/>
            <a:ext cx="4166400" cy="4098600"/>
          </a:xfrm>
          <a:prstGeom xmlns:a="http://schemas.openxmlformats.org/drawingml/2006/main" prst="rect">
            <a:avLst/>
          </a:prstGeom>
        </p:spPr>
        <p:txBody>
          <a:bodyPr xmlns:a="http://schemas.openxmlformats.org/drawingml/2006/main" spcFirstLastPara="1" wrap="square" lIns="91425" tIns="91425" rIns="91425" bIns="91425" anchor="t">
            <a:normAutofit/>
          </a:bodyPr>
          <a:lstStyle xmlns:a="http://schemas.openxmlformats.org/drawingml/2006/main">
            <a:lvl1pPr marL="457200" indent="-311150">
              <a:spcBef>
                <a:spcPts val="0"/>
              </a:spcBef>
              <a:spcAft>
                <a:spcPts val="0"/>
              </a:spcAft>
              <a:buSzPts val="1300"/>
              <a:buChar char="●"/>
              <a:defRPr/>
            </a:lvl1pPr>
            <a:lvl2pPr marL="914400" indent="-298450">
              <a:spcBef>
                <a:spcPts val="0"/>
              </a:spcBef>
              <a:spcAft>
                <a:spcPts val="0"/>
              </a:spcAft>
              <a:buSzPts val="1100"/>
              <a:buChar char="○"/>
              <a:defRPr/>
            </a:lvl2pPr>
            <a:lvl3pPr marL="1371600" indent="-298450">
              <a:spcBef>
                <a:spcPts val="0"/>
              </a:spcBef>
              <a:spcAft>
                <a:spcPts val="0"/>
              </a:spcAft>
              <a:buSzPts val="1100"/>
              <a:buChar char="■"/>
              <a:defRPr/>
            </a:lvl3pPr>
            <a:lvl4pPr marL="1828800" indent="-298450">
              <a:spcBef>
                <a:spcPts val="0"/>
              </a:spcBef>
              <a:spcAft>
                <a:spcPts val="0"/>
              </a:spcAft>
              <a:buSzPts val="1100"/>
              <a:buChar char="●"/>
              <a:defRPr/>
            </a:lvl4pPr>
            <a:lvl5pPr marL="2286000" indent="-298450">
              <a:spcBef>
                <a:spcPts val="0"/>
              </a:spcBef>
              <a:spcAft>
                <a:spcPts val="0"/>
              </a:spcAft>
              <a:buSzPts val="1100"/>
              <a:buChar char="○"/>
              <a:defRPr/>
            </a:lvl5pPr>
            <a:lvl6pPr marL="2743200" indent="-298450">
              <a:spcBef>
                <a:spcPts val="0"/>
              </a:spcBef>
              <a:spcAft>
                <a:spcPts val="0"/>
              </a:spcAft>
              <a:buSzPts val="1100"/>
              <a:buChar char="■"/>
              <a:defRPr/>
            </a:lvl6pPr>
            <a:lvl7pPr marL="3200400" indent="-298450">
              <a:spcBef>
                <a:spcPts val="0"/>
              </a:spcBef>
              <a:spcAft>
                <a:spcPts val="0"/>
              </a:spcAft>
              <a:buSzPts val="1100"/>
              <a:buChar char="●"/>
              <a:defRPr/>
            </a:lvl7pPr>
            <a:lvl8pPr marL="3657600" indent="-298450">
              <a:spcBef>
                <a:spcPts val="0"/>
              </a:spcBef>
              <a:spcAft>
                <a:spcPts val="0"/>
              </a:spcAft>
              <a:buSzPts val="1100"/>
              <a:buChar char="○"/>
              <a:defRPr/>
            </a:lvl8pPr>
            <a:lvl9pPr marL="4114800" indent="-298450">
              <a:spcBef>
                <a:spcPts val="0"/>
              </a:spcBef>
              <a:spcAft>
                <a:spcPts val="0"/>
              </a:spcAft>
              <a:buSzPts val="1100"/>
              <a:buChar char="■"/>
              <a:defRPr/>
            </a:lvl9pPr>
          </a:lstStyle>
          <a:p xmlns:a="http://schemas.openxmlformats.org/drawingml/2006/main"/>
        </p:txBody>
      </p:sp>
      <p:sp>
        <p:nvSpPr>
          <p:cNvPr id="67" name="Google Shape;67;p14">
            <a:extLst xmlns:a="http://schemas.openxmlformats.org/drawingml/2006/main">
              <a:ext uri="{FF2B5EF4-FFF2-40B4-BE49-F238E27FC236}">
                <a16:creationId xmlns:a16="http://schemas.microsoft.com/office/drawing/2014/main" id="{C6EDC2C5-3703-4EB2-BF45-4963F1702010}"/>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p:spPr>
        <p:txBody>
          <a:bodyPr xmlns:a="http://schemas.openxmlformats.org/drawingml/2006/main" spcFirstLastPara="1" wrap="square" lIns="91425" tIns="91425" rIns="91425" bIns="91425" anchor="ctr">
            <a:normAutofit/>
          </a:bodyPr>
          <a:lstStyle xmlns:a="http://schemas.openxmlformats.org/drawingml/2006/main">
            <a:lvl1pPr>
              <a:buNone/>
              <a:defRPr/>
            </a:lvl1pPr>
            <a:lvl2pPr>
              <a:buNone/>
              <a:defRPr/>
            </a:lvl2pPr>
            <a:lvl3pPr>
              <a:buNone/>
              <a:defRPr/>
            </a:lvl3pPr>
            <a:lvl4pPr>
              <a:buNone/>
              <a:defRPr/>
            </a:lvl4pPr>
            <a:lvl5pPr>
              <a:buNone/>
              <a:defRPr/>
            </a:lvl5pPr>
            <a:lvl6pPr>
              <a:buNone/>
              <a:defRPr/>
            </a:lvl6pPr>
            <a:lvl7pPr>
              <a:buNone/>
              <a:defRPr/>
            </a:lvl7pPr>
            <a:lvl8pPr>
              <a:buNone/>
              <a:defRPr/>
            </a:lvl8pPr>
            <a:lvl9pPr>
              <a:buNone/>
              <a:defRPr/>
            </a:lvl9pPr>
          </a:lstStyle>
          <a:p xmlns:a="http://schemas.openxmlformats.org/drawingml/2006/main">
            <a:pPr marL="0" indent="0" algn="r">
              <a:spcBef>
                <a:spcPts val="0"/>
              </a:spcBef>
              <a:spcAft>
                <a:spcPts val="0"/>
              </a:spcAft>
              <a:buNone/>
            </a:pPr>
            <a:fld id="{00000000-1234-1234-1234-123412341234}" type="slidenum">
              <a:t>‹#›</a:t>
            </a:fld>
          </a:p>
        </p:txBody>
      </p:sp>
    </p:spTree>
  </p:cSld>
</p:sldLayout>
</file>

<file path=ppt/slideLayouts/slideLayout14.xml><?xml version="1.0" encoding="utf-8"?>
<p:sldLayout xmlns:p="http://schemas.openxmlformats.org/presentationml/2006/main" matchingName="Title and body (g3e7543dd64f_45_0)">
  <p:cSld name="Title and body (g3e7543dd64f_45_0)">
    <p:spTree>
      <p:nvGrpSpPr>
        <p:cNvPr id="1" name=""/>
        <p:cNvGrpSpPr/>
        <p:nvPr/>
      </p:nvGrpSpPr>
      <p:grpSpPr>
        <a:xfrm xmlns:a="http://schemas.openxmlformats.org/drawingml/2006/main"/>
      </p:grpSpPr>
      <p:sp>
        <p:nvSpPr>
          <p:cNvPr id="69" name="Google Shape;69;p15">
            <a:extLst xmlns:a="http://schemas.openxmlformats.org/drawingml/2006/main">
              <a:ext uri="{FF2B5EF4-FFF2-40B4-BE49-F238E27FC236}">
                <a16:creationId xmlns:a16="http://schemas.microsoft.com/office/drawing/2014/main" id="{768388B1-394F-4AB5-A21C-52091A40C9CF}"/>
              </a:ext>
            </a:extLst>
          </p:cNvPr>
          <p:cNvSpPr>
            <a:spLocks xmlns:a="http://schemas.openxmlformats.org/drawingml/2006/main" noGrp="1"/>
          </p:cNvSpPr>
          <p:nvPr>
            <p:ph type="title" idx="0"/>
          </p:nvPr>
        </p:nvSpPr>
        <p:spPr>
          <a:xfrm xmlns:a="http://schemas.openxmlformats.org/drawingml/2006/main">
            <a:off x="311725" y="500925"/>
            <a:ext cx="3706500" cy="2508900"/>
          </a:xfrm>
          <a:prstGeom xmlns:a="http://schemas.openxmlformats.org/drawingml/2006/main" prst="rect">
            <a:avLst/>
          </a:prstGeom>
        </p:spPr>
        <p:txBody>
          <a:bodyPr xmlns:a="http://schemas.openxmlformats.org/drawingml/2006/main" spcFirstLastPara="1" wrap="square" lIns="91425" tIns="91425" rIns="91425" bIns="91425" anchor="t">
            <a:normAutofit/>
          </a:bodyPr>
          <a:lstStyle xmlns:a="http://schemas.openxmlformats.org/drawingml/2006/main">
            <a:lvl1pPr>
              <a:spcBef>
                <a:spcPts val="0"/>
              </a:spcBef>
              <a:spcAft>
                <a:spcPts val="0"/>
              </a:spcAft>
              <a:buClr>
                <a:schemeClr val="lt1"/>
              </a:buClr>
              <a:buSzPts val="2800"/>
              <a:buNone/>
              <a:defRPr>
                <a:solidFill>
                  <a:schemeClr val="lt1"/>
                </a:solidFill>
              </a:defRPr>
            </a:lvl1pPr>
            <a:lvl2pPr>
              <a:spcBef>
                <a:spcPts val="0"/>
              </a:spcBef>
              <a:spcAft>
                <a:spcPts val="0"/>
              </a:spcAft>
              <a:buClr>
                <a:schemeClr val="lt1"/>
              </a:buClr>
              <a:buSzPts val="2800"/>
              <a:buNone/>
              <a:defRPr>
                <a:solidFill>
                  <a:schemeClr val="lt1"/>
                </a:solidFill>
              </a:defRPr>
            </a:lvl2pPr>
            <a:lvl3pPr>
              <a:spcBef>
                <a:spcPts val="0"/>
              </a:spcBef>
              <a:spcAft>
                <a:spcPts val="0"/>
              </a:spcAft>
              <a:buClr>
                <a:schemeClr val="lt1"/>
              </a:buClr>
              <a:buSzPts val="2800"/>
              <a:buNone/>
              <a:defRPr>
                <a:solidFill>
                  <a:schemeClr val="lt1"/>
                </a:solidFill>
              </a:defRPr>
            </a:lvl3pPr>
            <a:lvl4pPr>
              <a:spcBef>
                <a:spcPts val="0"/>
              </a:spcBef>
              <a:spcAft>
                <a:spcPts val="0"/>
              </a:spcAft>
              <a:buClr>
                <a:schemeClr val="lt1"/>
              </a:buClr>
              <a:buSzPts val="2800"/>
              <a:buNone/>
              <a:defRPr>
                <a:solidFill>
                  <a:schemeClr val="lt1"/>
                </a:solidFill>
              </a:defRPr>
            </a:lvl4pPr>
            <a:lvl5pPr>
              <a:spcBef>
                <a:spcPts val="0"/>
              </a:spcBef>
              <a:spcAft>
                <a:spcPts val="0"/>
              </a:spcAft>
              <a:buClr>
                <a:schemeClr val="lt1"/>
              </a:buClr>
              <a:buSzPts val="2800"/>
              <a:buNone/>
              <a:defRPr>
                <a:solidFill>
                  <a:schemeClr val="lt1"/>
                </a:solidFill>
              </a:defRPr>
            </a:lvl5pPr>
            <a:lvl6pPr>
              <a:spcBef>
                <a:spcPts val="0"/>
              </a:spcBef>
              <a:spcAft>
                <a:spcPts val="0"/>
              </a:spcAft>
              <a:buClr>
                <a:schemeClr val="lt1"/>
              </a:buClr>
              <a:buSzPts val="2800"/>
              <a:buNone/>
              <a:defRPr>
                <a:solidFill>
                  <a:schemeClr val="lt1"/>
                </a:solidFill>
              </a:defRPr>
            </a:lvl6pPr>
            <a:lvl7pPr>
              <a:spcBef>
                <a:spcPts val="0"/>
              </a:spcBef>
              <a:spcAft>
                <a:spcPts val="0"/>
              </a:spcAft>
              <a:buClr>
                <a:schemeClr val="lt1"/>
              </a:buClr>
              <a:buSzPts val="2800"/>
              <a:buNone/>
              <a:defRPr>
                <a:solidFill>
                  <a:schemeClr val="lt1"/>
                </a:solidFill>
              </a:defRPr>
            </a:lvl7pPr>
            <a:lvl8pPr>
              <a:spcBef>
                <a:spcPts val="0"/>
              </a:spcBef>
              <a:spcAft>
                <a:spcPts val="0"/>
              </a:spcAft>
              <a:buClr>
                <a:schemeClr val="lt1"/>
              </a:buClr>
              <a:buSzPts val="2800"/>
              <a:buNone/>
              <a:defRPr>
                <a:solidFill>
                  <a:schemeClr val="lt1"/>
                </a:solidFill>
              </a:defRPr>
            </a:lvl8pPr>
            <a:lvl9pPr>
              <a:spcBef>
                <a:spcPts val="0"/>
              </a:spcBef>
              <a:spcAft>
                <a:spcPts val="0"/>
              </a:spcAft>
              <a:buClr>
                <a:schemeClr val="lt1"/>
              </a:buClr>
              <a:buSzPts val="2800"/>
              <a:buNone/>
              <a:defRPr>
                <a:solidFill>
                  <a:schemeClr val="lt1"/>
                </a:solidFill>
              </a:defRPr>
            </a:lvl9pPr>
          </a:lstStyle>
          <a:p xmlns:a="http://schemas.openxmlformats.org/drawingml/2006/main"/>
        </p:txBody>
      </p:sp>
      <p:sp>
        <p:nvSpPr>
          <p:cNvPr id="70" name="Google Shape;70;p15">
            <a:extLst xmlns:a="http://schemas.openxmlformats.org/drawingml/2006/main">
              <a:ext uri="{FF2B5EF4-FFF2-40B4-BE49-F238E27FC236}">
                <a16:creationId xmlns:a16="http://schemas.microsoft.com/office/drawing/2014/main" id="{4B8D4FE8-287C-403A-8256-AFACBC5A23DF}"/>
              </a:ext>
            </a:extLst>
          </p:cNvPr>
          <p:cNvSpPr>
            <a:spLocks xmlns:a="http://schemas.openxmlformats.org/drawingml/2006/main" noGrp="1"/>
          </p:cNvSpPr>
          <p:nvPr>
            <p:ph type="body" idx="1"/>
          </p:nvPr>
        </p:nvSpPr>
        <p:spPr>
          <a:xfrm xmlns:a="http://schemas.openxmlformats.org/drawingml/2006/main">
            <a:off x="4644675" y="500925"/>
            <a:ext cx="4166400" cy="4098600"/>
          </a:xfrm>
          <a:prstGeom xmlns:a="http://schemas.openxmlformats.org/drawingml/2006/main" prst="rect">
            <a:avLst/>
          </a:prstGeom>
        </p:spPr>
        <p:txBody>
          <a:bodyPr xmlns:a="http://schemas.openxmlformats.org/drawingml/2006/main" spcFirstLastPara="1" wrap="square" lIns="91425" tIns="91425" rIns="91425" bIns="91425" anchor="t">
            <a:normAutofit/>
          </a:bodyPr>
          <a:lstStyle xmlns:a="http://schemas.openxmlformats.org/drawingml/2006/main">
            <a:lvl1pPr marL="457200" indent="-311150">
              <a:spcBef>
                <a:spcPts val="0"/>
              </a:spcBef>
              <a:spcAft>
                <a:spcPts val="0"/>
              </a:spcAft>
              <a:buSzPts val="1300"/>
              <a:buChar char="●"/>
              <a:defRPr/>
            </a:lvl1pPr>
            <a:lvl2pPr marL="914400" indent="-298450">
              <a:spcBef>
                <a:spcPts val="0"/>
              </a:spcBef>
              <a:spcAft>
                <a:spcPts val="0"/>
              </a:spcAft>
              <a:buSzPts val="1100"/>
              <a:buChar char="○"/>
              <a:defRPr/>
            </a:lvl2pPr>
            <a:lvl3pPr marL="1371600" indent="-298450">
              <a:spcBef>
                <a:spcPts val="0"/>
              </a:spcBef>
              <a:spcAft>
                <a:spcPts val="0"/>
              </a:spcAft>
              <a:buSzPts val="1100"/>
              <a:buChar char="■"/>
              <a:defRPr/>
            </a:lvl3pPr>
            <a:lvl4pPr marL="1828800" indent="-298450">
              <a:spcBef>
                <a:spcPts val="0"/>
              </a:spcBef>
              <a:spcAft>
                <a:spcPts val="0"/>
              </a:spcAft>
              <a:buSzPts val="1100"/>
              <a:buChar char="●"/>
              <a:defRPr/>
            </a:lvl4pPr>
            <a:lvl5pPr marL="2286000" indent="-298450">
              <a:spcBef>
                <a:spcPts val="0"/>
              </a:spcBef>
              <a:spcAft>
                <a:spcPts val="0"/>
              </a:spcAft>
              <a:buSzPts val="1100"/>
              <a:buChar char="○"/>
              <a:defRPr/>
            </a:lvl5pPr>
            <a:lvl6pPr marL="2743200" indent="-298450">
              <a:spcBef>
                <a:spcPts val="0"/>
              </a:spcBef>
              <a:spcAft>
                <a:spcPts val="0"/>
              </a:spcAft>
              <a:buSzPts val="1100"/>
              <a:buChar char="■"/>
              <a:defRPr/>
            </a:lvl6pPr>
            <a:lvl7pPr marL="3200400" indent="-298450">
              <a:spcBef>
                <a:spcPts val="0"/>
              </a:spcBef>
              <a:spcAft>
                <a:spcPts val="0"/>
              </a:spcAft>
              <a:buSzPts val="1100"/>
              <a:buChar char="●"/>
              <a:defRPr/>
            </a:lvl7pPr>
            <a:lvl8pPr marL="3657600" indent="-298450">
              <a:spcBef>
                <a:spcPts val="0"/>
              </a:spcBef>
              <a:spcAft>
                <a:spcPts val="0"/>
              </a:spcAft>
              <a:buSzPts val="1100"/>
              <a:buChar char="○"/>
              <a:defRPr/>
            </a:lvl8pPr>
            <a:lvl9pPr marL="4114800" indent="-298450">
              <a:spcBef>
                <a:spcPts val="0"/>
              </a:spcBef>
              <a:spcAft>
                <a:spcPts val="0"/>
              </a:spcAft>
              <a:buSzPts val="1100"/>
              <a:buChar char="■"/>
              <a:defRPr/>
            </a:lvl9pPr>
          </a:lstStyle>
          <a:p xmlns:a="http://schemas.openxmlformats.org/drawingml/2006/main"/>
        </p:txBody>
      </p:sp>
      <p:sp>
        <p:nvSpPr>
          <p:cNvPr id="71" name="Google Shape;71;p15">
            <a:extLst xmlns:a="http://schemas.openxmlformats.org/drawingml/2006/main">
              <a:ext uri="{FF2B5EF4-FFF2-40B4-BE49-F238E27FC236}">
                <a16:creationId xmlns:a16="http://schemas.microsoft.com/office/drawing/2014/main" id="{B2D12990-8AFB-4C03-9D5C-1CF0FB50F10D}"/>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p:spPr>
        <p:txBody>
          <a:bodyPr xmlns:a="http://schemas.openxmlformats.org/drawingml/2006/main" spcFirstLastPara="1" wrap="square" lIns="91425" tIns="91425" rIns="91425" bIns="91425" anchor="ctr">
            <a:normAutofit/>
          </a:bodyPr>
          <a:lstStyle xmlns:a="http://schemas.openxmlformats.org/drawingml/2006/main">
            <a:lvl1pPr>
              <a:buNone/>
              <a:defRPr/>
            </a:lvl1pPr>
            <a:lvl2pPr>
              <a:buNone/>
              <a:defRPr/>
            </a:lvl2pPr>
            <a:lvl3pPr>
              <a:buNone/>
              <a:defRPr/>
            </a:lvl3pPr>
            <a:lvl4pPr>
              <a:buNone/>
              <a:defRPr/>
            </a:lvl4pPr>
            <a:lvl5pPr>
              <a:buNone/>
              <a:defRPr/>
            </a:lvl5pPr>
            <a:lvl6pPr>
              <a:buNone/>
              <a:defRPr/>
            </a:lvl6pPr>
            <a:lvl7pPr>
              <a:buNone/>
              <a:defRPr/>
            </a:lvl7pPr>
            <a:lvl8pPr>
              <a:buNone/>
              <a:defRPr/>
            </a:lvl8pPr>
            <a:lvl9pPr>
              <a:buNone/>
              <a:defRPr/>
            </a:lvl9pPr>
          </a:lstStyle>
          <a:p xmlns:a="http://schemas.openxmlformats.org/drawingml/2006/main">
            <a:pPr marL="0" indent="0" algn="r">
              <a:spcBef>
                <a:spcPts val="0"/>
              </a:spcBef>
              <a:spcAft>
                <a:spcPts val="0"/>
              </a:spcAft>
              <a:buNone/>
            </a:pPr>
            <a:fld id="{00000000-1234-1234-1234-123412341234}" type="slidenum">
              <a:t>‹#›</a:t>
            </a:fld>
          </a:p>
        </p:txBody>
      </p:sp>
    </p:spTree>
  </p:cSld>
</p:sldLayout>
</file>

<file path=ppt/slideLayouts/slideLayout15.xml><?xml version="1.0" encoding="utf-8"?>
<p:sldLayout xmlns:p="http://schemas.openxmlformats.org/presentationml/2006/main" matchingName="Title and body (g3e7543dd64f_60_0)">
  <p:cSld name="Title and body (g3e7543dd64f_60_0)">
    <p:spTree>
      <p:nvGrpSpPr>
        <p:cNvPr id="1" name=""/>
        <p:cNvGrpSpPr/>
        <p:nvPr/>
      </p:nvGrpSpPr>
      <p:grpSpPr>
        <a:xfrm xmlns:a="http://schemas.openxmlformats.org/drawingml/2006/main"/>
      </p:grpSpPr>
      <p:sp>
        <p:nvSpPr>
          <p:cNvPr id="73" name="Google Shape;73;p16">
            <a:extLst xmlns:a="http://schemas.openxmlformats.org/drawingml/2006/main">
              <a:ext uri="{FF2B5EF4-FFF2-40B4-BE49-F238E27FC236}">
                <a16:creationId xmlns:a16="http://schemas.microsoft.com/office/drawing/2014/main" id="{91707073-1786-4C55-88C7-66138948AD0F}"/>
              </a:ext>
            </a:extLst>
          </p:cNvPr>
          <p:cNvSpPr>
            <a:spLocks xmlns:a="http://schemas.openxmlformats.org/drawingml/2006/main" noGrp="1"/>
          </p:cNvSpPr>
          <p:nvPr>
            <p:ph type="title" idx="0"/>
          </p:nvPr>
        </p:nvSpPr>
        <p:spPr>
          <a:xfrm xmlns:a="http://schemas.openxmlformats.org/drawingml/2006/main">
            <a:off x="311725" y="500925"/>
            <a:ext cx="3706500" cy="2508900"/>
          </a:xfrm>
          <a:prstGeom xmlns:a="http://schemas.openxmlformats.org/drawingml/2006/main" prst="rect">
            <a:avLst/>
          </a:prstGeom>
        </p:spPr>
        <p:txBody>
          <a:bodyPr xmlns:a="http://schemas.openxmlformats.org/drawingml/2006/main" spcFirstLastPara="1" wrap="square" lIns="91425" tIns="91425" rIns="91425" bIns="91425" anchor="t">
            <a:normAutofit/>
          </a:bodyPr>
          <a:lstStyle xmlns:a="http://schemas.openxmlformats.org/drawingml/2006/main">
            <a:lvl1pPr>
              <a:spcBef>
                <a:spcPts val="0"/>
              </a:spcBef>
              <a:spcAft>
                <a:spcPts val="0"/>
              </a:spcAft>
              <a:buClr>
                <a:schemeClr val="lt1"/>
              </a:buClr>
              <a:buSzPts val="2800"/>
              <a:buNone/>
              <a:defRPr>
                <a:solidFill>
                  <a:schemeClr val="lt1"/>
                </a:solidFill>
              </a:defRPr>
            </a:lvl1pPr>
            <a:lvl2pPr>
              <a:spcBef>
                <a:spcPts val="0"/>
              </a:spcBef>
              <a:spcAft>
                <a:spcPts val="0"/>
              </a:spcAft>
              <a:buClr>
                <a:schemeClr val="lt1"/>
              </a:buClr>
              <a:buSzPts val="2800"/>
              <a:buNone/>
              <a:defRPr>
                <a:solidFill>
                  <a:schemeClr val="lt1"/>
                </a:solidFill>
              </a:defRPr>
            </a:lvl2pPr>
            <a:lvl3pPr>
              <a:spcBef>
                <a:spcPts val="0"/>
              </a:spcBef>
              <a:spcAft>
                <a:spcPts val="0"/>
              </a:spcAft>
              <a:buClr>
                <a:schemeClr val="lt1"/>
              </a:buClr>
              <a:buSzPts val="2800"/>
              <a:buNone/>
              <a:defRPr>
                <a:solidFill>
                  <a:schemeClr val="lt1"/>
                </a:solidFill>
              </a:defRPr>
            </a:lvl3pPr>
            <a:lvl4pPr>
              <a:spcBef>
                <a:spcPts val="0"/>
              </a:spcBef>
              <a:spcAft>
                <a:spcPts val="0"/>
              </a:spcAft>
              <a:buClr>
                <a:schemeClr val="lt1"/>
              </a:buClr>
              <a:buSzPts val="2800"/>
              <a:buNone/>
              <a:defRPr>
                <a:solidFill>
                  <a:schemeClr val="lt1"/>
                </a:solidFill>
              </a:defRPr>
            </a:lvl4pPr>
            <a:lvl5pPr>
              <a:spcBef>
                <a:spcPts val="0"/>
              </a:spcBef>
              <a:spcAft>
                <a:spcPts val="0"/>
              </a:spcAft>
              <a:buClr>
                <a:schemeClr val="lt1"/>
              </a:buClr>
              <a:buSzPts val="2800"/>
              <a:buNone/>
              <a:defRPr>
                <a:solidFill>
                  <a:schemeClr val="lt1"/>
                </a:solidFill>
              </a:defRPr>
            </a:lvl5pPr>
            <a:lvl6pPr>
              <a:spcBef>
                <a:spcPts val="0"/>
              </a:spcBef>
              <a:spcAft>
                <a:spcPts val="0"/>
              </a:spcAft>
              <a:buClr>
                <a:schemeClr val="lt1"/>
              </a:buClr>
              <a:buSzPts val="2800"/>
              <a:buNone/>
              <a:defRPr>
                <a:solidFill>
                  <a:schemeClr val="lt1"/>
                </a:solidFill>
              </a:defRPr>
            </a:lvl6pPr>
            <a:lvl7pPr>
              <a:spcBef>
                <a:spcPts val="0"/>
              </a:spcBef>
              <a:spcAft>
                <a:spcPts val="0"/>
              </a:spcAft>
              <a:buClr>
                <a:schemeClr val="lt1"/>
              </a:buClr>
              <a:buSzPts val="2800"/>
              <a:buNone/>
              <a:defRPr>
                <a:solidFill>
                  <a:schemeClr val="lt1"/>
                </a:solidFill>
              </a:defRPr>
            </a:lvl7pPr>
            <a:lvl8pPr>
              <a:spcBef>
                <a:spcPts val="0"/>
              </a:spcBef>
              <a:spcAft>
                <a:spcPts val="0"/>
              </a:spcAft>
              <a:buClr>
                <a:schemeClr val="lt1"/>
              </a:buClr>
              <a:buSzPts val="2800"/>
              <a:buNone/>
              <a:defRPr>
                <a:solidFill>
                  <a:schemeClr val="lt1"/>
                </a:solidFill>
              </a:defRPr>
            </a:lvl8pPr>
            <a:lvl9pPr>
              <a:spcBef>
                <a:spcPts val="0"/>
              </a:spcBef>
              <a:spcAft>
                <a:spcPts val="0"/>
              </a:spcAft>
              <a:buClr>
                <a:schemeClr val="lt1"/>
              </a:buClr>
              <a:buSzPts val="2800"/>
              <a:buNone/>
              <a:defRPr>
                <a:solidFill>
                  <a:schemeClr val="lt1"/>
                </a:solidFill>
              </a:defRPr>
            </a:lvl9pPr>
          </a:lstStyle>
          <a:p xmlns:a="http://schemas.openxmlformats.org/drawingml/2006/main"/>
        </p:txBody>
      </p:sp>
      <p:sp>
        <p:nvSpPr>
          <p:cNvPr id="74" name="Google Shape;74;p16">
            <a:extLst xmlns:a="http://schemas.openxmlformats.org/drawingml/2006/main">
              <a:ext uri="{FF2B5EF4-FFF2-40B4-BE49-F238E27FC236}">
                <a16:creationId xmlns:a16="http://schemas.microsoft.com/office/drawing/2014/main" id="{A1438EF6-60A7-4F28-BEDC-62F49F267809}"/>
              </a:ext>
            </a:extLst>
          </p:cNvPr>
          <p:cNvSpPr>
            <a:spLocks xmlns:a="http://schemas.openxmlformats.org/drawingml/2006/main" noGrp="1"/>
          </p:cNvSpPr>
          <p:nvPr>
            <p:ph type="body" idx="1"/>
          </p:nvPr>
        </p:nvSpPr>
        <p:spPr>
          <a:xfrm xmlns:a="http://schemas.openxmlformats.org/drawingml/2006/main">
            <a:off x="4644675" y="500925"/>
            <a:ext cx="4166400" cy="4098600"/>
          </a:xfrm>
          <a:prstGeom xmlns:a="http://schemas.openxmlformats.org/drawingml/2006/main" prst="rect">
            <a:avLst/>
          </a:prstGeom>
        </p:spPr>
        <p:txBody>
          <a:bodyPr xmlns:a="http://schemas.openxmlformats.org/drawingml/2006/main" spcFirstLastPara="1" wrap="square" lIns="91425" tIns="91425" rIns="91425" bIns="91425" anchor="t">
            <a:normAutofit/>
          </a:bodyPr>
          <a:lstStyle xmlns:a="http://schemas.openxmlformats.org/drawingml/2006/main">
            <a:lvl1pPr marL="457200" indent="-311150">
              <a:spcBef>
                <a:spcPts val="0"/>
              </a:spcBef>
              <a:spcAft>
                <a:spcPts val="0"/>
              </a:spcAft>
              <a:buSzPts val="1300"/>
              <a:buChar char="●"/>
              <a:defRPr/>
            </a:lvl1pPr>
            <a:lvl2pPr marL="914400" indent="-298450">
              <a:spcBef>
                <a:spcPts val="0"/>
              </a:spcBef>
              <a:spcAft>
                <a:spcPts val="0"/>
              </a:spcAft>
              <a:buSzPts val="1100"/>
              <a:buChar char="○"/>
              <a:defRPr/>
            </a:lvl2pPr>
            <a:lvl3pPr marL="1371600" indent="-298450">
              <a:spcBef>
                <a:spcPts val="0"/>
              </a:spcBef>
              <a:spcAft>
                <a:spcPts val="0"/>
              </a:spcAft>
              <a:buSzPts val="1100"/>
              <a:buChar char="■"/>
              <a:defRPr/>
            </a:lvl3pPr>
            <a:lvl4pPr marL="1828800" indent="-298450">
              <a:spcBef>
                <a:spcPts val="0"/>
              </a:spcBef>
              <a:spcAft>
                <a:spcPts val="0"/>
              </a:spcAft>
              <a:buSzPts val="1100"/>
              <a:buChar char="●"/>
              <a:defRPr/>
            </a:lvl4pPr>
            <a:lvl5pPr marL="2286000" indent="-298450">
              <a:spcBef>
                <a:spcPts val="0"/>
              </a:spcBef>
              <a:spcAft>
                <a:spcPts val="0"/>
              </a:spcAft>
              <a:buSzPts val="1100"/>
              <a:buChar char="○"/>
              <a:defRPr/>
            </a:lvl5pPr>
            <a:lvl6pPr marL="2743200" indent="-298450">
              <a:spcBef>
                <a:spcPts val="0"/>
              </a:spcBef>
              <a:spcAft>
                <a:spcPts val="0"/>
              </a:spcAft>
              <a:buSzPts val="1100"/>
              <a:buChar char="■"/>
              <a:defRPr/>
            </a:lvl6pPr>
            <a:lvl7pPr marL="3200400" indent="-298450">
              <a:spcBef>
                <a:spcPts val="0"/>
              </a:spcBef>
              <a:spcAft>
                <a:spcPts val="0"/>
              </a:spcAft>
              <a:buSzPts val="1100"/>
              <a:buChar char="●"/>
              <a:defRPr/>
            </a:lvl7pPr>
            <a:lvl8pPr marL="3657600" indent="-298450">
              <a:spcBef>
                <a:spcPts val="0"/>
              </a:spcBef>
              <a:spcAft>
                <a:spcPts val="0"/>
              </a:spcAft>
              <a:buSzPts val="1100"/>
              <a:buChar char="○"/>
              <a:defRPr/>
            </a:lvl8pPr>
            <a:lvl9pPr marL="4114800" indent="-298450">
              <a:spcBef>
                <a:spcPts val="0"/>
              </a:spcBef>
              <a:spcAft>
                <a:spcPts val="0"/>
              </a:spcAft>
              <a:buSzPts val="1100"/>
              <a:buChar char="■"/>
              <a:defRPr/>
            </a:lvl9pPr>
          </a:lstStyle>
          <a:p xmlns:a="http://schemas.openxmlformats.org/drawingml/2006/main"/>
        </p:txBody>
      </p:sp>
      <p:sp>
        <p:nvSpPr>
          <p:cNvPr id="75" name="Google Shape;75;p16">
            <a:extLst xmlns:a="http://schemas.openxmlformats.org/drawingml/2006/main">
              <a:ext uri="{FF2B5EF4-FFF2-40B4-BE49-F238E27FC236}">
                <a16:creationId xmlns:a16="http://schemas.microsoft.com/office/drawing/2014/main" id="{2E9CC79B-A9A8-4465-8C66-595464061BE3}"/>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p:spPr>
        <p:txBody>
          <a:bodyPr xmlns:a="http://schemas.openxmlformats.org/drawingml/2006/main" spcFirstLastPara="1" wrap="square" lIns="91425" tIns="91425" rIns="91425" bIns="91425" anchor="ctr">
            <a:normAutofit/>
          </a:bodyPr>
          <a:lstStyle xmlns:a="http://schemas.openxmlformats.org/drawingml/2006/main">
            <a:lvl1pPr>
              <a:buNone/>
              <a:defRPr/>
            </a:lvl1pPr>
            <a:lvl2pPr>
              <a:buNone/>
              <a:defRPr/>
            </a:lvl2pPr>
            <a:lvl3pPr>
              <a:buNone/>
              <a:defRPr/>
            </a:lvl3pPr>
            <a:lvl4pPr>
              <a:buNone/>
              <a:defRPr/>
            </a:lvl4pPr>
            <a:lvl5pPr>
              <a:buNone/>
              <a:defRPr/>
            </a:lvl5pPr>
            <a:lvl6pPr>
              <a:buNone/>
              <a:defRPr/>
            </a:lvl6pPr>
            <a:lvl7pPr>
              <a:buNone/>
              <a:defRPr/>
            </a:lvl7pPr>
            <a:lvl8pPr>
              <a:buNone/>
              <a:defRPr/>
            </a:lvl8pPr>
            <a:lvl9pPr>
              <a:buNone/>
              <a:defRPr/>
            </a:lvl9pPr>
          </a:lstStyle>
          <a:p xmlns:a="http://schemas.openxmlformats.org/drawingml/2006/main">
            <a:pPr marL="0" indent="0" algn="r">
              <a:spcBef>
                <a:spcPts val="0"/>
              </a:spcBef>
              <a:spcAft>
                <a:spcPts val="0"/>
              </a:spcAft>
              <a:buNone/>
            </a:pPr>
            <a:fld id="{00000000-1234-1234-1234-123412341234}" type="slidenum">
              <a:t>‹#›</a:t>
            </a:fld>
          </a:p>
        </p:txBody>
      </p:sp>
    </p:spTree>
  </p:cSld>
</p:sldLayout>
</file>

<file path=ppt/slideLayouts/slideLayout16.xml><?xml version="1.0" encoding="utf-8"?>
<p:sldLayout xmlns:p="http://schemas.openxmlformats.org/presentationml/2006/main" matchingName="Title and body (g3e7543dd64f_67_0)">
  <p:cSld name="Title and body (g3e7543dd64f_67_0)">
    <p:spTree>
      <p:nvGrpSpPr>
        <p:cNvPr id="1" name=""/>
        <p:cNvGrpSpPr/>
        <p:nvPr/>
      </p:nvGrpSpPr>
      <p:grpSpPr>
        <a:xfrm xmlns:a="http://schemas.openxmlformats.org/drawingml/2006/main"/>
      </p:grpSpPr>
      <p:sp>
        <p:nvSpPr>
          <p:cNvPr id="77" name="Google Shape;77;p17">
            <a:extLst xmlns:a="http://schemas.openxmlformats.org/drawingml/2006/main">
              <a:ext uri="{FF2B5EF4-FFF2-40B4-BE49-F238E27FC236}">
                <a16:creationId xmlns:a16="http://schemas.microsoft.com/office/drawing/2014/main" id="{E6476AC0-F1F6-4D89-AE6E-53CFAF9B525C}"/>
              </a:ext>
            </a:extLst>
          </p:cNvPr>
          <p:cNvSpPr>
            <a:spLocks xmlns:a="http://schemas.openxmlformats.org/drawingml/2006/main" noGrp="1"/>
          </p:cNvSpPr>
          <p:nvPr>
            <p:ph type="title" idx="0"/>
          </p:nvPr>
        </p:nvSpPr>
        <p:spPr>
          <a:xfrm xmlns:a="http://schemas.openxmlformats.org/drawingml/2006/main">
            <a:off x="311725" y="500925"/>
            <a:ext cx="3706500" cy="2508900"/>
          </a:xfrm>
          <a:prstGeom xmlns:a="http://schemas.openxmlformats.org/drawingml/2006/main" prst="rect">
            <a:avLst/>
          </a:prstGeom>
        </p:spPr>
        <p:txBody>
          <a:bodyPr xmlns:a="http://schemas.openxmlformats.org/drawingml/2006/main" spcFirstLastPara="1" wrap="square" lIns="91425" tIns="91425" rIns="91425" bIns="91425" anchor="t">
            <a:normAutofit/>
          </a:bodyPr>
          <a:lstStyle xmlns:a="http://schemas.openxmlformats.org/drawingml/2006/main">
            <a:lvl1pPr>
              <a:spcBef>
                <a:spcPts val="0"/>
              </a:spcBef>
              <a:spcAft>
                <a:spcPts val="0"/>
              </a:spcAft>
              <a:buClr>
                <a:schemeClr val="lt1"/>
              </a:buClr>
              <a:buSzPts val="2800"/>
              <a:buNone/>
              <a:defRPr>
                <a:solidFill>
                  <a:schemeClr val="lt1"/>
                </a:solidFill>
              </a:defRPr>
            </a:lvl1pPr>
            <a:lvl2pPr>
              <a:spcBef>
                <a:spcPts val="0"/>
              </a:spcBef>
              <a:spcAft>
                <a:spcPts val="0"/>
              </a:spcAft>
              <a:buClr>
                <a:schemeClr val="lt1"/>
              </a:buClr>
              <a:buSzPts val="2800"/>
              <a:buNone/>
              <a:defRPr>
                <a:solidFill>
                  <a:schemeClr val="lt1"/>
                </a:solidFill>
              </a:defRPr>
            </a:lvl2pPr>
            <a:lvl3pPr>
              <a:spcBef>
                <a:spcPts val="0"/>
              </a:spcBef>
              <a:spcAft>
                <a:spcPts val="0"/>
              </a:spcAft>
              <a:buClr>
                <a:schemeClr val="lt1"/>
              </a:buClr>
              <a:buSzPts val="2800"/>
              <a:buNone/>
              <a:defRPr>
                <a:solidFill>
                  <a:schemeClr val="lt1"/>
                </a:solidFill>
              </a:defRPr>
            </a:lvl3pPr>
            <a:lvl4pPr>
              <a:spcBef>
                <a:spcPts val="0"/>
              </a:spcBef>
              <a:spcAft>
                <a:spcPts val="0"/>
              </a:spcAft>
              <a:buClr>
                <a:schemeClr val="lt1"/>
              </a:buClr>
              <a:buSzPts val="2800"/>
              <a:buNone/>
              <a:defRPr>
                <a:solidFill>
                  <a:schemeClr val="lt1"/>
                </a:solidFill>
              </a:defRPr>
            </a:lvl4pPr>
            <a:lvl5pPr>
              <a:spcBef>
                <a:spcPts val="0"/>
              </a:spcBef>
              <a:spcAft>
                <a:spcPts val="0"/>
              </a:spcAft>
              <a:buClr>
                <a:schemeClr val="lt1"/>
              </a:buClr>
              <a:buSzPts val="2800"/>
              <a:buNone/>
              <a:defRPr>
                <a:solidFill>
                  <a:schemeClr val="lt1"/>
                </a:solidFill>
              </a:defRPr>
            </a:lvl5pPr>
            <a:lvl6pPr>
              <a:spcBef>
                <a:spcPts val="0"/>
              </a:spcBef>
              <a:spcAft>
                <a:spcPts val="0"/>
              </a:spcAft>
              <a:buClr>
                <a:schemeClr val="lt1"/>
              </a:buClr>
              <a:buSzPts val="2800"/>
              <a:buNone/>
              <a:defRPr>
                <a:solidFill>
                  <a:schemeClr val="lt1"/>
                </a:solidFill>
              </a:defRPr>
            </a:lvl6pPr>
            <a:lvl7pPr>
              <a:spcBef>
                <a:spcPts val="0"/>
              </a:spcBef>
              <a:spcAft>
                <a:spcPts val="0"/>
              </a:spcAft>
              <a:buClr>
                <a:schemeClr val="lt1"/>
              </a:buClr>
              <a:buSzPts val="2800"/>
              <a:buNone/>
              <a:defRPr>
                <a:solidFill>
                  <a:schemeClr val="lt1"/>
                </a:solidFill>
              </a:defRPr>
            </a:lvl7pPr>
            <a:lvl8pPr>
              <a:spcBef>
                <a:spcPts val="0"/>
              </a:spcBef>
              <a:spcAft>
                <a:spcPts val="0"/>
              </a:spcAft>
              <a:buClr>
                <a:schemeClr val="lt1"/>
              </a:buClr>
              <a:buSzPts val="2800"/>
              <a:buNone/>
              <a:defRPr>
                <a:solidFill>
                  <a:schemeClr val="lt1"/>
                </a:solidFill>
              </a:defRPr>
            </a:lvl8pPr>
            <a:lvl9pPr>
              <a:spcBef>
                <a:spcPts val="0"/>
              </a:spcBef>
              <a:spcAft>
                <a:spcPts val="0"/>
              </a:spcAft>
              <a:buClr>
                <a:schemeClr val="lt1"/>
              </a:buClr>
              <a:buSzPts val="2800"/>
              <a:buNone/>
              <a:defRPr>
                <a:solidFill>
                  <a:schemeClr val="lt1"/>
                </a:solidFill>
              </a:defRPr>
            </a:lvl9pPr>
          </a:lstStyle>
          <a:p xmlns:a="http://schemas.openxmlformats.org/drawingml/2006/main"/>
        </p:txBody>
      </p:sp>
      <p:sp>
        <p:nvSpPr>
          <p:cNvPr id="78" name="Google Shape;78;p17">
            <a:extLst xmlns:a="http://schemas.openxmlformats.org/drawingml/2006/main">
              <a:ext uri="{FF2B5EF4-FFF2-40B4-BE49-F238E27FC236}">
                <a16:creationId xmlns:a16="http://schemas.microsoft.com/office/drawing/2014/main" id="{FB73BD35-2186-48E4-B70F-7CDF6649D666}"/>
              </a:ext>
            </a:extLst>
          </p:cNvPr>
          <p:cNvSpPr>
            <a:spLocks xmlns:a="http://schemas.openxmlformats.org/drawingml/2006/main" noGrp="1"/>
          </p:cNvSpPr>
          <p:nvPr>
            <p:ph type="body" idx="1"/>
          </p:nvPr>
        </p:nvSpPr>
        <p:spPr>
          <a:xfrm xmlns:a="http://schemas.openxmlformats.org/drawingml/2006/main">
            <a:off x="4644675" y="500925"/>
            <a:ext cx="4166400" cy="4098600"/>
          </a:xfrm>
          <a:prstGeom xmlns:a="http://schemas.openxmlformats.org/drawingml/2006/main" prst="rect">
            <a:avLst/>
          </a:prstGeom>
        </p:spPr>
        <p:txBody>
          <a:bodyPr xmlns:a="http://schemas.openxmlformats.org/drawingml/2006/main" spcFirstLastPara="1" wrap="square" lIns="91425" tIns="91425" rIns="91425" bIns="91425" anchor="t">
            <a:normAutofit/>
          </a:bodyPr>
          <a:lstStyle xmlns:a="http://schemas.openxmlformats.org/drawingml/2006/main">
            <a:lvl1pPr marL="457200" indent="-311150">
              <a:spcBef>
                <a:spcPts val="0"/>
              </a:spcBef>
              <a:spcAft>
                <a:spcPts val="0"/>
              </a:spcAft>
              <a:buSzPts val="1300"/>
              <a:buChar char="●"/>
              <a:defRPr/>
            </a:lvl1pPr>
            <a:lvl2pPr marL="914400" indent="-298450">
              <a:spcBef>
                <a:spcPts val="0"/>
              </a:spcBef>
              <a:spcAft>
                <a:spcPts val="0"/>
              </a:spcAft>
              <a:buSzPts val="1100"/>
              <a:buChar char="○"/>
              <a:defRPr/>
            </a:lvl2pPr>
            <a:lvl3pPr marL="1371600" indent="-298450">
              <a:spcBef>
                <a:spcPts val="0"/>
              </a:spcBef>
              <a:spcAft>
                <a:spcPts val="0"/>
              </a:spcAft>
              <a:buSzPts val="1100"/>
              <a:buChar char="■"/>
              <a:defRPr/>
            </a:lvl3pPr>
            <a:lvl4pPr marL="1828800" indent="-298450">
              <a:spcBef>
                <a:spcPts val="0"/>
              </a:spcBef>
              <a:spcAft>
                <a:spcPts val="0"/>
              </a:spcAft>
              <a:buSzPts val="1100"/>
              <a:buChar char="●"/>
              <a:defRPr/>
            </a:lvl4pPr>
            <a:lvl5pPr marL="2286000" indent="-298450">
              <a:spcBef>
                <a:spcPts val="0"/>
              </a:spcBef>
              <a:spcAft>
                <a:spcPts val="0"/>
              </a:spcAft>
              <a:buSzPts val="1100"/>
              <a:buChar char="○"/>
              <a:defRPr/>
            </a:lvl5pPr>
            <a:lvl6pPr marL="2743200" indent="-298450">
              <a:spcBef>
                <a:spcPts val="0"/>
              </a:spcBef>
              <a:spcAft>
                <a:spcPts val="0"/>
              </a:spcAft>
              <a:buSzPts val="1100"/>
              <a:buChar char="■"/>
              <a:defRPr/>
            </a:lvl6pPr>
            <a:lvl7pPr marL="3200400" indent="-298450">
              <a:spcBef>
                <a:spcPts val="0"/>
              </a:spcBef>
              <a:spcAft>
                <a:spcPts val="0"/>
              </a:spcAft>
              <a:buSzPts val="1100"/>
              <a:buChar char="●"/>
              <a:defRPr/>
            </a:lvl7pPr>
            <a:lvl8pPr marL="3657600" indent="-298450">
              <a:spcBef>
                <a:spcPts val="0"/>
              </a:spcBef>
              <a:spcAft>
                <a:spcPts val="0"/>
              </a:spcAft>
              <a:buSzPts val="1100"/>
              <a:buChar char="○"/>
              <a:defRPr/>
            </a:lvl8pPr>
            <a:lvl9pPr marL="4114800" indent="-298450">
              <a:spcBef>
                <a:spcPts val="0"/>
              </a:spcBef>
              <a:spcAft>
                <a:spcPts val="0"/>
              </a:spcAft>
              <a:buSzPts val="1100"/>
              <a:buChar char="■"/>
              <a:defRPr/>
            </a:lvl9pPr>
          </a:lstStyle>
          <a:p xmlns:a="http://schemas.openxmlformats.org/drawingml/2006/main"/>
        </p:txBody>
      </p:sp>
      <p:sp>
        <p:nvSpPr>
          <p:cNvPr id="79" name="Google Shape;79;p17">
            <a:extLst xmlns:a="http://schemas.openxmlformats.org/drawingml/2006/main">
              <a:ext uri="{FF2B5EF4-FFF2-40B4-BE49-F238E27FC236}">
                <a16:creationId xmlns:a16="http://schemas.microsoft.com/office/drawing/2014/main" id="{7838FFC0-0120-4C65-A22C-E176D71B3669}"/>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p:spPr>
        <p:txBody>
          <a:bodyPr xmlns:a="http://schemas.openxmlformats.org/drawingml/2006/main" spcFirstLastPara="1" wrap="square" lIns="91425" tIns="91425" rIns="91425" bIns="91425" anchor="ctr">
            <a:normAutofit/>
          </a:bodyPr>
          <a:lstStyle xmlns:a="http://schemas.openxmlformats.org/drawingml/2006/main">
            <a:lvl1pPr>
              <a:buNone/>
              <a:defRPr/>
            </a:lvl1pPr>
            <a:lvl2pPr>
              <a:buNone/>
              <a:defRPr/>
            </a:lvl2pPr>
            <a:lvl3pPr>
              <a:buNone/>
              <a:defRPr/>
            </a:lvl3pPr>
            <a:lvl4pPr>
              <a:buNone/>
              <a:defRPr/>
            </a:lvl4pPr>
            <a:lvl5pPr>
              <a:buNone/>
              <a:defRPr/>
            </a:lvl5pPr>
            <a:lvl6pPr>
              <a:buNone/>
              <a:defRPr/>
            </a:lvl6pPr>
            <a:lvl7pPr>
              <a:buNone/>
              <a:defRPr/>
            </a:lvl7pPr>
            <a:lvl8pPr>
              <a:buNone/>
              <a:defRPr/>
            </a:lvl8pPr>
            <a:lvl9pPr>
              <a:buNone/>
              <a:defRPr/>
            </a:lvl9pPr>
          </a:lstStyle>
          <a:p xmlns:a="http://schemas.openxmlformats.org/drawingml/2006/main">
            <a:pPr marL="0" indent="0" algn="r">
              <a:spcBef>
                <a:spcPts val="0"/>
              </a:spcBef>
              <a:spcAft>
                <a:spcPts val="0"/>
              </a:spcAft>
              <a:buNone/>
            </a:pPr>
            <a:fld id="{00000000-1234-1234-1234-123412341234}" type="slidenum">
              <a:t>‹#›</a:t>
            </a:fld>
          </a:p>
        </p:txBody>
      </p:sp>
    </p:spTree>
  </p:cSld>
</p:sldLayout>
</file>

<file path=ppt/slideLayouts/slideLayout17.xml><?xml version="1.0" encoding="utf-8"?>
<p:sldLayout xmlns:p="http://schemas.openxmlformats.org/presentationml/2006/main" matchingName="Title and two columns (g3e7543dd64f_75_0)">
  <p:cSld name="Title and two columns (g3e7543dd64f_75_0)">
    <p:spTree>
      <p:nvGrpSpPr>
        <p:cNvPr id="1" name=""/>
        <p:cNvGrpSpPr/>
        <p:nvPr/>
      </p:nvGrpSpPr>
      <p:grpSpPr>
        <a:xfrm xmlns:a="http://schemas.openxmlformats.org/drawingml/2006/main"/>
      </p:grpSpPr>
      <p:sp>
        <p:nvSpPr>
          <p:cNvPr id="81" name="Google Shape;81;p18">
            <a:extLst xmlns:a="http://schemas.openxmlformats.org/drawingml/2006/main">
              <a:ext uri="{FF2B5EF4-FFF2-40B4-BE49-F238E27FC236}">
                <a16:creationId xmlns:a16="http://schemas.microsoft.com/office/drawing/2014/main" id="{C5F228F8-8F38-4D56-ABF3-202C1ABBDEB6}"/>
              </a:ext>
            </a:extLst>
          </p:cNvPr>
          <p:cNvSpPr>
            <a:spLocks xmlns:a="http://schemas.openxmlformats.org/drawingml/2006/main" noGrp="1"/>
          </p:cNvSpPr>
          <p:nvPr>
            <p:ph type="title" idx="0"/>
          </p:nvPr>
        </p:nvSpPr>
        <p:spPr>
          <a:xfrm xmlns:a="http://schemas.openxmlformats.org/drawingml/2006/main">
            <a:off x="311725" y="500925"/>
            <a:ext cx="8520600" cy="623700"/>
          </a:xfrm>
          <a:prstGeom xmlns:a="http://schemas.openxmlformats.org/drawingml/2006/main" prst="rect">
            <a:avLst/>
          </a:prstGeom>
        </p:spPr>
        <p:txBody>
          <a:bodyPr xmlns:a="http://schemas.openxmlformats.org/drawingml/2006/main" spcFirstLastPara="1" wrap="square" lIns="91425" tIns="91425" rIns="91425" bIns="91425" anchor="t">
            <a:normAutofit/>
          </a:bodyPr>
          <a:lstStyle xmlns:a="http://schemas.openxmlformats.org/drawingml/2006/main">
            <a:lvl1pPr>
              <a:spcBef>
                <a:spcPts val="0"/>
              </a:spcBef>
              <a:spcAft>
                <a:spcPts val="0"/>
              </a:spcAft>
              <a:buClr>
                <a:schemeClr val="lt1"/>
              </a:buClr>
              <a:buSzPts val="2800"/>
              <a:buNone/>
              <a:defRPr>
                <a:solidFill>
                  <a:schemeClr val="lt1"/>
                </a:solidFill>
              </a:defRPr>
            </a:lvl1pPr>
            <a:lvl2pPr>
              <a:spcBef>
                <a:spcPts val="0"/>
              </a:spcBef>
              <a:spcAft>
                <a:spcPts val="0"/>
              </a:spcAft>
              <a:buClr>
                <a:schemeClr val="lt1"/>
              </a:buClr>
              <a:buSzPts val="2800"/>
              <a:buNone/>
              <a:defRPr>
                <a:solidFill>
                  <a:schemeClr val="lt1"/>
                </a:solidFill>
              </a:defRPr>
            </a:lvl2pPr>
            <a:lvl3pPr>
              <a:spcBef>
                <a:spcPts val="0"/>
              </a:spcBef>
              <a:spcAft>
                <a:spcPts val="0"/>
              </a:spcAft>
              <a:buClr>
                <a:schemeClr val="lt1"/>
              </a:buClr>
              <a:buSzPts val="2800"/>
              <a:buNone/>
              <a:defRPr>
                <a:solidFill>
                  <a:schemeClr val="lt1"/>
                </a:solidFill>
              </a:defRPr>
            </a:lvl3pPr>
            <a:lvl4pPr>
              <a:spcBef>
                <a:spcPts val="0"/>
              </a:spcBef>
              <a:spcAft>
                <a:spcPts val="0"/>
              </a:spcAft>
              <a:buClr>
                <a:schemeClr val="lt1"/>
              </a:buClr>
              <a:buSzPts val="2800"/>
              <a:buNone/>
              <a:defRPr>
                <a:solidFill>
                  <a:schemeClr val="lt1"/>
                </a:solidFill>
              </a:defRPr>
            </a:lvl4pPr>
            <a:lvl5pPr>
              <a:spcBef>
                <a:spcPts val="0"/>
              </a:spcBef>
              <a:spcAft>
                <a:spcPts val="0"/>
              </a:spcAft>
              <a:buClr>
                <a:schemeClr val="lt1"/>
              </a:buClr>
              <a:buSzPts val="2800"/>
              <a:buNone/>
              <a:defRPr>
                <a:solidFill>
                  <a:schemeClr val="lt1"/>
                </a:solidFill>
              </a:defRPr>
            </a:lvl5pPr>
            <a:lvl6pPr>
              <a:spcBef>
                <a:spcPts val="0"/>
              </a:spcBef>
              <a:spcAft>
                <a:spcPts val="0"/>
              </a:spcAft>
              <a:buClr>
                <a:schemeClr val="lt1"/>
              </a:buClr>
              <a:buSzPts val="2800"/>
              <a:buNone/>
              <a:defRPr>
                <a:solidFill>
                  <a:schemeClr val="lt1"/>
                </a:solidFill>
              </a:defRPr>
            </a:lvl6pPr>
            <a:lvl7pPr>
              <a:spcBef>
                <a:spcPts val="0"/>
              </a:spcBef>
              <a:spcAft>
                <a:spcPts val="0"/>
              </a:spcAft>
              <a:buClr>
                <a:schemeClr val="lt1"/>
              </a:buClr>
              <a:buSzPts val="2800"/>
              <a:buNone/>
              <a:defRPr>
                <a:solidFill>
                  <a:schemeClr val="lt1"/>
                </a:solidFill>
              </a:defRPr>
            </a:lvl7pPr>
            <a:lvl8pPr>
              <a:spcBef>
                <a:spcPts val="0"/>
              </a:spcBef>
              <a:spcAft>
                <a:spcPts val="0"/>
              </a:spcAft>
              <a:buClr>
                <a:schemeClr val="lt1"/>
              </a:buClr>
              <a:buSzPts val="2800"/>
              <a:buNone/>
              <a:defRPr>
                <a:solidFill>
                  <a:schemeClr val="lt1"/>
                </a:solidFill>
              </a:defRPr>
            </a:lvl8pPr>
            <a:lvl9pPr>
              <a:spcBef>
                <a:spcPts val="0"/>
              </a:spcBef>
              <a:spcAft>
                <a:spcPts val="0"/>
              </a:spcAft>
              <a:buClr>
                <a:schemeClr val="lt1"/>
              </a:buClr>
              <a:buSzPts val="2800"/>
              <a:buNone/>
              <a:defRPr>
                <a:solidFill>
                  <a:schemeClr val="lt1"/>
                </a:solidFill>
              </a:defRPr>
            </a:lvl9pPr>
          </a:lstStyle>
          <a:p xmlns:a="http://schemas.openxmlformats.org/drawingml/2006/main"/>
        </p:txBody>
      </p:sp>
      <p:sp>
        <p:nvSpPr>
          <p:cNvPr id="82" name="Google Shape;82;p18">
            <a:extLst xmlns:a="http://schemas.openxmlformats.org/drawingml/2006/main">
              <a:ext uri="{FF2B5EF4-FFF2-40B4-BE49-F238E27FC236}">
                <a16:creationId xmlns:a16="http://schemas.microsoft.com/office/drawing/2014/main" id="{799F85AC-BBC9-42A3-B3C4-012C04CCB81E}"/>
              </a:ext>
            </a:extLst>
          </p:cNvPr>
          <p:cNvSpPr>
            <a:spLocks xmlns:a="http://schemas.openxmlformats.org/drawingml/2006/main" noGrp="1"/>
          </p:cNvSpPr>
          <p:nvPr>
            <p:ph type="body" idx="1"/>
          </p:nvPr>
        </p:nvSpPr>
        <p:spPr>
          <a:xfrm xmlns:a="http://schemas.openxmlformats.org/drawingml/2006/main">
            <a:off x="311700" y="1505700"/>
            <a:ext cx="3999900" cy="3076200"/>
          </a:xfrm>
          <a:prstGeom xmlns:a="http://schemas.openxmlformats.org/drawingml/2006/main" prst="rect">
            <a:avLst/>
          </a:prstGeom>
        </p:spPr>
        <p:txBody>
          <a:bodyPr xmlns:a="http://schemas.openxmlformats.org/drawingml/2006/main" spcFirstLastPara="1" wrap="square" lIns="91425" tIns="91425" rIns="91425" bIns="91425" anchor="t">
            <a:normAutofit/>
          </a:bodyPr>
          <a:lstStyle xmlns:a="http://schemas.openxmlformats.org/drawingml/2006/main">
            <a:lvl1pPr marL="457200" indent="-311150">
              <a:spcBef>
                <a:spcPts val="0"/>
              </a:spcBef>
              <a:spcAft>
                <a:spcPts val="0"/>
              </a:spcAft>
              <a:buSzPts val="1300"/>
              <a:buChar char="●"/>
              <a:defRPr/>
            </a:lvl1pPr>
            <a:lvl2pPr marL="914400" indent="-298450">
              <a:spcBef>
                <a:spcPts val="0"/>
              </a:spcBef>
              <a:spcAft>
                <a:spcPts val="0"/>
              </a:spcAft>
              <a:buSzPts val="1100"/>
              <a:buChar char="○"/>
              <a:defRPr/>
            </a:lvl2pPr>
            <a:lvl3pPr marL="1371600" indent="-298450">
              <a:spcBef>
                <a:spcPts val="0"/>
              </a:spcBef>
              <a:spcAft>
                <a:spcPts val="0"/>
              </a:spcAft>
              <a:buSzPts val="1100"/>
              <a:buChar char="■"/>
              <a:defRPr/>
            </a:lvl3pPr>
            <a:lvl4pPr marL="1828800" indent="-298450">
              <a:spcBef>
                <a:spcPts val="0"/>
              </a:spcBef>
              <a:spcAft>
                <a:spcPts val="0"/>
              </a:spcAft>
              <a:buSzPts val="1100"/>
              <a:buChar char="●"/>
              <a:defRPr/>
            </a:lvl4pPr>
            <a:lvl5pPr marL="2286000" indent="-298450">
              <a:spcBef>
                <a:spcPts val="0"/>
              </a:spcBef>
              <a:spcAft>
                <a:spcPts val="0"/>
              </a:spcAft>
              <a:buSzPts val="1100"/>
              <a:buChar char="○"/>
              <a:defRPr/>
            </a:lvl5pPr>
            <a:lvl6pPr marL="2743200" indent="-298450">
              <a:spcBef>
                <a:spcPts val="0"/>
              </a:spcBef>
              <a:spcAft>
                <a:spcPts val="0"/>
              </a:spcAft>
              <a:buSzPts val="1100"/>
              <a:buChar char="■"/>
              <a:defRPr/>
            </a:lvl6pPr>
            <a:lvl7pPr marL="3200400" indent="-298450">
              <a:spcBef>
                <a:spcPts val="0"/>
              </a:spcBef>
              <a:spcAft>
                <a:spcPts val="0"/>
              </a:spcAft>
              <a:buSzPts val="1100"/>
              <a:buChar char="●"/>
              <a:defRPr/>
            </a:lvl7pPr>
            <a:lvl8pPr marL="3657600" indent="-298450">
              <a:spcBef>
                <a:spcPts val="0"/>
              </a:spcBef>
              <a:spcAft>
                <a:spcPts val="0"/>
              </a:spcAft>
              <a:buSzPts val="1100"/>
              <a:buChar char="○"/>
              <a:defRPr/>
            </a:lvl8pPr>
            <a:lvl9pPr marL="4114800" indent="-298450">
              <a:spcBef>
                <a:spcPts val="0"/>
              </a:spcBef>
              <a:spcAft>
                <a:spcPts val="0"/>
              </a:spcAft>
              <a:buSzPts val="1100"/>
              <a:buChar char="■"/>
              <a:defRPr/>
            </a:lvl9pPr>
          </a:lstStyle>
          <a:p xmlns:a="http://schemas.openxmlformats.org/drawingml/2006/main"/>
        </p:txBody>
      </p:sp>
      <p:sp>
        <p:nvSpPr>
          <p:cNvPr id="83" name="Google Shape;83;p18">
            <a:extLst xmlns:a="http://schemas.openxmlformats.org/drawingml/2006/main">
              <a:ext uri="{FF2B5EF4-FFF2-40B4-BE49-F238E27FC236}">
                <a16:creationId xmlns:a16="http://schemas.microsoft.com/office/drawing/2014/main" id="{926554AA-AC35-4EFA-9587-95D7E8B34451}"/>
              </a:ext>
            </a:extLst>
          </p:cNvPr>
          <p:cNvSpPr>
            <a:spLocks xmlns:a="http://schemas.openxmlformats.org/drawingml/2006/main" noGrp="1"/>
          </p:cNvSpPr>
          <p:nvPr>
            <p:ph type="body" idx="2"/>
          </p:nvPr>
        </p:nvSpPr>
        <p:spPr>
          <a:xfrm xmlns:a="http://schemas.openxmlformats.org/drawingml/2006/main">
            <a:off x="4832400" y="1505700"/>
            <a:ext cx="3999900" cy="3076200"/>
          </a:xfrm>
          <a:prstGeom xmlns:a="http://schemas.openxmlformats.org/drawingml/2006/main" prst="rect">
            <a:avLst/>
          </a:prstGeom>
        </p:spPr>
        <p:txBody>
          <a:bodyPr xmlns:a="http://schemas.openxmlformats.org/drawingml/2006/main" spcFirstLastPara="1" wrap="square" lIns="91425" tIns="91425" rIns="91425" bIns="91425" anchor="t">
            <a:normAutofit/>
          </a:bodyPr>
          <a:lstStyle xmlns:a="http://schemas.openxmlformats.org/drawingml/2006/main">
            <a:lvl1pPr marL="457200" indent="-311150">
              <a:spcBef>
                <a:spcPts val="0"/>
              </a:spcBef>
              <a:spcAft>
                <a:spcPts val="0"/>
              </a:spcAft>
              <a:buSzPts val="1300"/>
              <a:buChar char="●"/>
              <a:defRPr/>
            </a:lvl1pPr>
            <a:lvl2pPr marL="914400" indent="-298450">
              <a:spcBef>
                <a:spcPts val="0"/>
              </a:spcBef>
              <a:spcAft>
                <a:spcPts val="0"/>
              </a:spcAft>
              <a:buSzPts val="1100"/>
              <a:buChar char="○"/>
              <a:defRPr/>
            </a:lvl2pPr>
            <a:lvl3pPr marL="1371600" indent="-298450">
              <a:spcBef>
                <a:spcPts val="0"/>
              </a:spcBef>
              <a:spcAft>
                <a:spcPts val="0"/>
              </a:spcAft>
              <a:buSzPts val="1100"/>
              <a:buChar char="■"/>
              <a:defRPr/>
            </a:lvl3pPr>
            <a:lvl4pPr marL="1828800" indent="-298450">
              <a:spcBef>
                <a:spcPts val="0"/>
              </a:spcBef>
              <a:spcAft>
                <a:spcPts val="0"/>
              </a:spcAft>
              <a:buSzPts val="1100"/>
              <a:buChar char="●"/>
              <a:defRPr/>
            </a:lvl4pPr>
            <a:lvl5pPr marL="2286000" indent="-298450">
              <a:spcBef>
                <a:spcPts val="0"/>
              </a:spcBef>
              <a:spcAft>
                <a:spcPts val="0"/>
              </a:spcAft>
              <a:buSzPts val="1100"/>
              <a:buChar char="○"/>
              <a:defRPr/>
            </a:lvl5pPr>
            <a:lvl6pPr marL="2743200" indent="-298450">
              <a:spcBef>
                <a:spcPts val="0"/>
              </a:spcBef>
              <a:spcAft>
                <a:spcPts val="0"/>
              </a:spcAft>
              <a:buSzPts val="1100"/>
              <a:buChar char="■"/>
              <a:defRPr/>
            </a:lvl6pPr>
            <a:lvl7pPr marL="3200400" indent="-298450">
              <a:spcBef>
                <a:spcPts val="0"/>
              </a:spcBef>
              <a:spcAft>
                <a:spcPts val="0"/>
              </a:spcAft>
              <a:buSzPts val="1100"/>
              <a:buChar char="●"/>
              <a:defRPr/>
            </a:lvl7pPr>
            <a:lvl8pPr marL="3657600" indent="-298450">
              <a:spcBef>
                <a:spcPts val="0"/>
              </a:spcBef>
              <a:spcAft>
                <a:spcPts val="0"/>
              </a:spcAft>
              <a:buSzPts val="1100"/>
              <a:buChar char="○"/>
              <a:defRPr/>
            </a:lvl8pPr>
            <a:lvl9pPr marL="4114800" indent="-298450">
              <a:spcBef>
                <a:spcPts val="0"/>
              </a:spcBef>
              <a:spcAft>
                <a:spcPts val="0"/>
              </a:spcAft>
              <a:buSzPts val="1100"/>
              <a:buChar char="■"/>
              <a:defRPr/>
            </a:lvl9pPr>
          </a:lstStyle>
          <a:p xmlns:a="http://schemas.openxmlformats.org/drawingml/2006/main"/>
        </p:txBody>
      </p:sp>
      <p:sp>
        <p:nvSpPr>
          <p:cNvPr id="84" name="Google Shape;84;p18">
            <a:extLst xmlns:a="http://schemas.openxmlformats.org/drawingml/2006/main">
              <a:ext uri="{FF2B5EF4-FFF2-40B4-BE49-F238E27FC236}">
                <a16:creationId xmlns:a16="http://schemas.microsoft.com/office/drawing/2014/main" id="{C2AEFDC9-52F3-4B25-9810-C15E9F36304B}"/>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p:spPr>
        <p:txBody>
          <a:bodyPr xmlns:a="http://schemas.openxmlformats.org/drawingml/2006/main" spcFirstLastPara="1" wrap="square" lIns="91425" tIns="91425" rIns="91425" bIns="91425" anchor="ctr">
            <a:normAutofit/>
          </a:bodyPr>
          <a:lstStyle xmlns:a="http://schemas.openxmlformats.org/drawingml/2006/main">
            <a:lvl1pPr>
              <a:buNone/>
              <a:defRPr/>
            </a:lvl1pPr>
            <a:lvl2pPr>
              <a:buNone/>
              <a:defRPr/>
            </a:lvl2pPr>
            <a:lvl3pPr>
              <a:buNone/>
              <a:defRPr/>
            </a:lvl3pPr>
            <a:lvl4pPr>
              <a:buNone/>
              <a:defRPr/>
            </a:lvl4pPr>
            <a:lvl5pPr>
              <a:buNone/>
              <a:defRPr/>
            </a:lvl5pPr>
            <a:lvl6pPr>
              <a:buNone/>
              <a:defRPr/>
            </a:lvl6pPr>
            <a:lvl7pPr>
              <a:buNone/>
              <a:defRPr/>
            </a:lvl7pPr>
            <a:lvl8pPr>
              <a:buNone/>
              <a:defRPr/>
            </a:lvl8pPr>
            <a:lvl9pPr>
              <a:buNone/>
              <a:defRPr/>
            </a:lvl9pPr>
          </a:lstStyle>
          <a:p xmlns:a="http://schemas.openxmlformats.org/drawingml/2006/main">
            <a:pPr marL="0" indent="0" algn="r">
              <a:spcBef>
                <a:spcPts val="0"/>
              </a:spcBef>
              <a:spcAft>
                <a:spcPts val="0"/>
              </a:spcAft>
              <a:buNone/>
            </a:pPr>
            <a:fld id="{00000000-1234-1234-1234-123412341234}" type="slidenum">
              <a:t>‹#›</a:t>
            </a:fld>
          </a:p>
        </p:txBody>
      </p:sp>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b0b57a8aa2fa4e11" /><Relationship Type="http://schemas.openxmlformats.org/officeDocument/2006/relationships/slideLayout" Target="/ppt/slideLayouts/slideLayout1.xml" Id="R33b544ce0ca846a1" /><Relationship Type="http://schemas.openxmlformats.org/officeDocument/2006/relationships/slideLayout" Target="/ppt/slideLayouts/slideLayout2.xml" Id="R45fd76f914fe46a9" /><Relationship Type="http://schemas.openxmlformats.org/officeDocument/2006/relationships/slideLayout" Target="/ppt/slideLayouts/slideLayout3.xml" Id="Rb5c125f081e74321" /><Relationship Type="http://schemas.openxmlformats.org/officeDocument/2006/relationships/slideLayout" Target="/ppt/slideLayouts/slideLayout4.xml" Id="R356a5f36edc043f4" /><Relationship Type="http://schemas.openxmlformats.org/officeDocument/2006/relationships/slideLayout" Target="/ppt/slideLayouts/slideLayout5.xml" Id="R560dc3b176bc4cff" /><Relationship Type="http://schemas.openxmlformats.org/officeDocument/2006/relationships/slideLayout" Target="/ppt/slideLayouts/slideLayout6.xml" Id="Re702456efc314145" /><Relationship Type="http://schemas.openxmlformats.org/officeDocument/2006/relationships/slideLayout" Target="/ppt/slideLayouts/slideLayout7.xml" Id="Rcaf76338684e4093" /><Relationship Type="http://schemas.openxmlformats.org/officeDocument/2006/relationships/slideLayout" Target="/ppt/slideLayouts/slideLayout8.xml" Id="R65f028934cad4123" /><Relationship Type="http://schemas.openxmlformats.org/officeDocument/2006/relationships/slideLayout" Target="/ppt/slideLayouts/slideLayout9.xml" Id="R9c82572e303f408e" /><Relationship Type="http://schemas.openxmlformats.org/officeDocument/2006/relationships/slideLayout" Target="/ppt/slideLayouts/slideLayout10.xml" Id="R65871395bbd24761" /><Relationship Type="http://schemas.openxmlformats.org/officeDocument/2006/relationships/slideLayout" Target="/ppt/slideLayouts/slideLayout11.xml" Id="R775894791ee24f0e" /><Relationship Type="http://schemas.openxmlformats.org/officeDocument/2006/relationships/slideLayout" Target="/ppt/slideLayouts/slideLayout12.xml" Id="Re6697c0ee3cb49fd" /><Relationship Type="http://schemas.openxmlformats.org/officeDocument/2006/relationships/slideLayout" Target="/ppt/slideLayouts/slideLayout13.xml" Id="Re242b50ce063465d" /><Relationship Type="http://schemas.openxmlformats.org/officeDocument/2006/relationships/slideLayout" Target="/ppt/slideLayouts/slideLayout14.xml" Id="Rc322b51f88044156" /><Relationship Type="http://schemas.openxmlformats.org/officeDocument/2006/relationships/slideLayout" Target="/ppt/slideLayouts/slideLayout15.xml" Id="R9abbbf0236824931" /><Relationship Type="http://schemas.openxmlformats.org/officeDocument/2006/relationships/slideLayout" Target="/ppt/slideLayouts/slideLayout16.xml" Id="Rfd417f12581846fa" /><Relationship Type="http://schemas.openxmlformats.org/officeDocument/2006/relationships/slideLayout" Target="/ppt/slideLayouts/slideLayout17.xml" Id="R59580800ecea476d" /></Relationships>
</file>

<file path=ppt/slideMasters/slideMaster1.xml><?xml version="1.0" encoding="utf-8"?>
<p:sldMaster xmlns:p="http://schemas.openxmlformats.org/presentationml/2006/main">
  <p:cSld name="paradigm">
    <p:bg>
      <p:bgPr>
        <a:solidFill xmlns:a="http://schemas.openxmlformats.org/drawingml/2006/main">
          <a:schemeClr val="lt1"/>
        </a:solidFill>
      </p:bgPr>
    </p:bg>
    <p:spTree>
      <p:nvGrpSpPr>
        <p:cNvPr id="1" name=""/>
        <p:cNvGrpSpPr/>
        <p:nvPr/>
      </p:nvGrpSpPr>
      <p:grpSpPr>
        <a:xfrm xmlns:a="http://schemas.openxmlformats.org/drawingml/2006/main"/>
      </p:grpSpPr>
      <p:sp>
        <p:nvSpPr>
          <p:cNvPr id="6" name="Google Shape;6;p1">
            <a:extLst xmlns:a="http://schemas.openxmlformats.org/drawingml/2006/main">
              <a:ext uri="{FF2B5EF4-FFF2-40B4-BE49-F238E27FC236}">
                <a16:creationId xmlns:a16="http://schemas.microsoft.com/office/drawing/2014/main" id="{38E90D9C-8CC6-47C5-807B-109B90357F95}"/>
              </a:ext>
            </a:extLst>
          </p:cNvPr>
          <p:cNvSpPr>
            <a:spLocks xmlns:a="http://schemas.openxmlformats.org/drawingml/2006/main" noGrp="1"/>
          </p:cNvSpPr>
          <p:nvPr>
            <p:ph type="title" idx="0"/>
          </p:nvPr>
        </p:nvSpPr>
        <p:spPr>
          <a:xfrm xmlns:a="http://schemas.openxmlformats.org/drawingml/2006/main">
            <a:off x="311700" y="445025"/>
            <a:ext cx="8520600" cy="572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rmAutofit/>
          </a:bodyPr>
          <a:lstStyle xmlns:a="http://schemas.openxmlformats.org/drawingml/2006/main">
            <a:lvl1pPr>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defRPr>
            </a:lvl1pPr>
            <a:lvl2pPr>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defRPr>
            </a:lvl2pPr>
            <a:lvl3pPr>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defRPr>
            </a:lvl3pPr>
            <a:lvl4pPr>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defRPr>
            </a:lvl4pPr>
            <a:lvl5pPr>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defRPr>
            </a:lvl5pPr>
            <a:lvl6pPr>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defRPr>
            </a:lvl6pPr>
            <a:lvl7pPr>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defRPr>
            </a:lvl7pPr>
            <a:lvl8pPr>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defRPr>
            </a:lvl8pPr>
            <a:lvl9pPr>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defRPr>
            </a:lvl9pPr>
          </a:lstStyle>
          <a:p xmlns:a="http://schemas.openxmlformats.org/drawingml/2006/main"/>
        </p:txBody>
      </p:sp>
      <p:sp>
        <p:nvSpPr>
          <p:cNvPr id="7" name="Google Shape;7;p1">
            <a:extLst xmlns:a="http://schemas.openxmlformats.org/drawingml/2006/main">
              <a:ext uri="{FF2B5EF4-FFF2-40B4-BE49-F238E27FC236}">
                <a16:creationId xmlns:a16="http://schemas.microsoft.com/office/drawing/2014/main" id="{F3928D1D-00EC-4004-BD0C-15D6A4D57D12}"/>
              </a:ext>
            </a:extLst>
          </p:cNvPr>
          <p:cNvSpPr>
            <a:spLocks xmlns:a="http://schemas.openxmlformats.org/drawingml/2006/main" noGrp="1"/>
          </p:cNvSpPr>
          <p:nvPr>
            <p:ph type="body" idx="1"/>
          </p:nvPr>
        </p:nvSpPr>
        <p:spPr>
          <a:xfrm xmlns:a="http://schemas.openxmlformats.org/drawingml/2006/main">
            <a:off x="311700" y="1152475"/>
            <a:ext cx="8520600" cy="34164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rmAutofit/>
          </a:bodyPr>
          <a:lstStyle xmlns:a="http://schemas.openxmlformats.org/drawingml/2006/main">
            <a:lvl1pPr marL="457200" indent="-311150">
              <a:lnSpc>
                <a:spcPct val="115000"/>
              </a:lnSpc>
              <a:spcBef>
                <a:spcPts val="0"/>
              </a:spcBef>
              <a:spcAft>
                <a:spcPts val="0"/>
              </a:spcAft>
              <a:buClr>
                <a:schemeClr val="dk2"/>
              </a:buClr>
              <a:buSzPts val="1300"/>
              <a:buFont typeface="Roboto"/>
              <a:buChar char="●"/>
              <a:defRPr sz="1300">
                <a:solidFill>
                  <a:schemeClr val="dk2"/>
                </a:solidFill>
                <a:latin typeface="Roboto"/>
                <a:ea typeface="Roboto"/>
                <a:cs typeface="Roboto"/>
              </a:defRPr>
            </a:lvl1pPr>
            <a:lvl2pPr marL="914400" indent="-298450">
              <a:lnSpc>
                <a:spcPct val="115000"/>
              </a:lnSpc>
              <a:spcBef>
                <a:spcPts val="0"/>
              </a:spcBef>
              <a:spcAft>
                <a:spcPts val="0"/>
              </a:spcAft>
              <a:buClr>
                <a:schemeClr val="dk2"/>
              </a:buClr>
              <a:buSzPts val="1100"/>
              <a:buFont typeface="Roboto"/>
              <a:buChar char="○"/>
              <a:defRPr sz="1100">
                <a:solidFill>
                  <a:schemeClr val="dk2"/>
                </a:solidFill>
                <a:latin typeface="Roboto"/>
                <a:ea typeface="Roboto"/>
                <a:cs typeface="Roboto"/>
              </a:defRPr>
            </a:lvl2pPr>
            <a:lvl3pPr marL="1371600" indent="-298450">
              <a:lnSpc>
                <a:spcPct val="115000"/>
              </a:lnSpc>
              <a:spcBef>
                <a:spcPts val="0"/>
              </a:spcBef>
              <a:spcAft>
                <a:spcPts val="0"/>
              </a:spcAft>
              <a:buClr>
                <a:schemeClr val="dk2"/>
              </a:buClr>
              <a:buSzPts val="1100"/>
              <a:buFont typeface="Roboto"/>
              <a:buChar char="■"/>
              <a:defRPr sz="1100">
                <a:solidFill>
                  <a:schemeClr val="dk2"/>
                </a:solidFill>
                <a:latin typeface="Roboto"/>
                <a:ea typeface="Roboto"/>
                <a:cs typeface="Roboto"/>
              </a:defRPr>
            </a:lvl3pPr>
            <a:lvl4pPr marL="1828800" indent="-298450">
              <a:lnSpc>
                <a:spcPct val="115000"/>
              </a:lnSpc>
              <a:spcBef>
                <a:spcPts val="0"/>
              </a:spcBef>
              <a:spcAft>
                <a:spcPts val="0"/>
              </a:spcAft>
              <a:buClr>
                <a:schemeClr val="dk2"/>
              </a:buClr>
              <a:buSzPts val="1100"/>
              <a:buFont typeface="Roboto"/>
              <a:buChar char="●"/>
              <a:defRPr sz="1100">
                <a:solidFill>
                  <a:schemeClr val="dk2"/>
                </a:solidFill>
                <a:latin typeface="Roboto"/>
                <a:ea typeface="Roboto"/>
                <a:cs typeface="Roboto"/>
              </a:defRPr>
            </a:lvl4pPr>
            <a:lvl5pPr marL="2286000" indent="-298450">
              <a:lnSpc>
                <a:spcPct val="115000"/>
              </a:lnSpc>
              <a:spcBef>
                <a:spcPts val="0"/>
              </a:spcBef>
              <a:spcAft>
                <a:spcPts val="0"/>
              </a:spcAft>
              <a:buClr>
                <a:schemeClr val="dk2"/>
              </a:buClr>
              <a:buSzPts val="1100"/>
              <a:buFont typeface="Roboto"/>
              <a:buChar char="○"/>
              <a:defRPr sz="1100">
                <a:solidFill>
                  <a:schemeClr val="dk2"/>
                </a:solidFill>
                <a:latin typeface="Roboto"/>
                <a:ea typeface="Roboto"/>
                <a:cs typeface="Roboto"/>
              </a:defRPr>
            </a:lvl5pPr>
            <a:lvl6pPr marL="2743200" indent="-298450">
              <a:lnSpc>
                <a:spcPct val="115000"/>
              </a:lnSpc>
              <a:spcBef>
                <a:spcPts val="0"/>
              </a:spcBef>
              <a:spcAft>
                <a:spcPts val="0"/>
              </a:spcAft>
              <a:buClr>
                <a:schemeClr val="dk2"/>
              </a:buClr>
              <a:buSzPts val="1100"/>
              <a:buFont typeface="Roboto"/>
              <a:buChar char="■"/>
              <a:defRPr sz="1100">
                <a:solidFill>
                  <a:schemeClr val="dk2"/>
                </a:solidFill>
                <a:latin typeface="Roboto"/>
                <a:ea typeface="Roboto"/>
                <a:cs typeface="Roboto"/>
              </a:defRPr>
            </a:lvl6pPr>
            <a:lvl7pPr marL="3200400" indent="-298450">
              <a:lnSpc>
                <a:spcPct val="115000"/>
              </a:lnSpc>
              <a:spcBef>
                <a:spcPts val="0"/>
              </a:spcBef>
              <a:spcAft>
                <a:spcPts val="0"/>
              </a:spcAft>
              <a:buClr>
                <a:schemeClr val="dk2"/>
              </a:buClr>
              <a:buSzPts val="1100"/>
              <a:buFont typeface="Roboto"/>
              <a:buChar char="●"/>
              <a:defRPr sz="1100">
                <a:solidFill>
                  <a:schemeClr val="dk2"/>
                </a:solidFill>
                <a:latin typeface="Roboto"/>
                <a:ea typeface="Roboto"/>
                <a:cs typeface="Roboto"/>
              </a:defRPr>
            </a:lvl7pPr>
            <a:lvl8pPr marL="3657600" indent="-298450">
              <a:lnSpc>
                <a:spcPct val="115000"/>
              </a:lnSpc>
              <a:spcBef>
                <a:spcPts val="0"/>
              </a:spcBef>
              <a:spcAft>
                <a:spcPts val="0"/>
              </a:spcAft>
              <a:buClr>
                <a:schemeClr val="dk2"/>
              </a:buClr>
              <a:buSzPts val="1100"/>
              <a:buFont typeface="Roboto"/>
              <a:buChar char="○"/>
              <a:defRPr sz="1100">
                <a:solidFill>
                  <a:schemeClr val="dk2"/>
                </a:solidFill>
                <a:latin typeface="Roboto"/>
                <a:ea typeface="Roboto"/>
                <a:cs typeface="Roboto"/>
              </a:defRPr>
            </a:lvl8pPr>
            <a:lvl9pPr marL="4114800" indent="-298450">
              <a:lnSpc>
                <a:spcPct val="115000"/>
              </a:lnSpc>
              <a:spcBef>
                <a:spcPts val="0"/>
              </a:spcBef>
              <a:spcAft>
                <a:spcPts val="0"/>
              </a:spcAft>
              <a:buClr>
                <a:schemeClr val="dk2"/>
              </a:buClr>
              <a:buSzPts val="1100"/>
              <a:buFont typeface="Roboto"/>
              <a:buChar char="■"/>
              <a:defRPr sz="1100">
                <a:solidFill>
                  <a:schemeClr val="dk2"/>
                </a:solidFill>
                <a:latin typeface="Roboto"/>
                <a:ea typeface="Roboto"/>
                <a:cs typeface="Roboto"/>
              </a:defRPr>
            </a:lvl9pPr>
          </a:lstStyle>
          <a:p xmlns:a="http://schemas.openxmlformats.org/drawingml/2006/main"/>
        </p:txBody>
      </p:sp>
      <p:sp>
        <p:nvSpPr>
          <p:cNvPr id="8" name="Google Shape;8;p1">
            <a:extLst xmlns:a="http://schemas.openxmlformats.org/drawingml/2006/main">
              <a:ext uri="{FF2B5EF4-FFF2-40B4-BE49-F238E27FC236}">
                <a16:creationId xmlns:a16="http://schemas.microsoft.com/office/drawing/2014/main" id="{E52DE87C-5057-48C9-B1D6-4AF561121563}"/>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rmAutofit/>
          </a:bodyPr>
          <a:lstStyle xmlns:a="http://schemas.openxmlformats.org/drawingml/2006/main">
            <a:lvl1pPr algn="r">
              <a:buNone/>
              <a:defRPr sz="1000">
                <a:solidFill>
                  <a:schemeClr val="dk2"/>
                </a:solidFill>
                <a:latin typeface="Roboto"/>
                <a:ea typeface="Roboto"/>
                <a:cs typeface="Roboto"/>
              </a:defRPr>
            </a:lvl1pPr>
            <a:lvl2pPr algn="r">
              <a:buNone/>
              <a:defRPr sz="1000">
                <a:solidFill>
                  <a:schemeClr val="dk2"/>
                </a:solidFill>
                <a:latin typeface="Roboto"/>
                <a:ea typeface="Roboto"/>
                <a:cs typeface="Roboto"/>
              </a:defRPr>
            </a:lvl2pPr>
            <a:lvl3pPr algn="r">
              <a:buNone/>
              <a:defRPr sz="1000">
                <a:solidFill>
                  <a:schemeClr val="dk2"/>
                </a:solidFill>
                <a:latin typeface="Roboto"/>
                <a:ea typeface="Roboto"/>
                <a:cs typeface="Roboto"/>
              </a:defRPr>
            </a:lvl3pPr>
            <a:lvl4pPr algn="r">
              <a:buNone/>
              <a:defRPr sz="1000">
                <a:solidFill>
                  <a:schemeClr val="dk2"/>
                </a:solidFill>
                <a:latin typeface="Roboto"/>
                <a:ea typeface="Roboto"/>
                <a:cs typeface="Roboto"/>
              </a:defRPr>
            </a:lvl4pPr>
            <a:lvl5pPr algn="r">
              <a:buNone/>
              <a:defRPr sz="1000">
                <a:solidFill>
                  <a:schemeClr val="dk2"/>
                </a:solidFill>
                <a:latin typeface="Roboto"/>
                <a:ea typeface="Roboto"/>
                <a:cs typeface="Roboto"/>
              </a:defRPr>
            </a:lvl5pPr>
            <a:lvl6pPr algn="r">
              <a:buNone/>
              <a:defRPr sz="1000">
                <a:solidFill>
                  <a:schemeClr val="dk2"/>
                </a:solidFill>
                <a:latin typeface="Roboto"/>
                <a:ea typeface="Roboto"/>
                <a:cs typeface="Roboto"/>
              </a:defRPr>
            </a:lvl6pPr>
            <a:lvl7pPr algn="r">
              <a:buNone/>
              <a:defRPr sz="1000">
                <a:solidFill>
                  <a:schemeClr val="dk2"/>
                </a:solidFill>
                <a:latin typeface="Roboto"/>
                <a:ea typeface="Roboto"/>
                <a:cs typeface="Roboto"/>
              </a:defRPr>
            </a:lvl7pPr>
            <a:lvl8pPr algn="r">
              <a:buNone/>
              <a:defRPr sz="1000">
                <a:solidFill>
                  <a:schemeClr val="dk2"/>
                </a:solidFill>
                <a:latin typeface="Roboto"/>
                <a:ea typeface="Roboto"/>
                <a:cs typeface="Roboto"/>
              </a:defRPr>
            </a:lvl8pPr>
            <a:lvl9pPr algn="r">
              <a:buNone/>
              <a:defRPr sz="1000">
                <a:solidFill>
                  <a:schemeClr val="dk2"/>
                </a:solidFill>
                <a:latin typeface="Roboto"/>
                <a:ea typeface="Roboto"/>
                <a:cs typeface="Roboto"/>
              </a:defRPr>
            </a:lvl9pPr>
          </a:lstStyle>
          <a:p xmlns:a="http://schemas.openxmlformats.org/drawingml/2006/main">
            <a:pPr marL="0" indent="0" algn="r">
              <a:spcBef>
                <a:spcPts val="0"/>
              </a:spcBef>
              <a:spcAft>
                <a:spcPts val="0"/>
              </a:spcAft>
              <a:buNone/>
            </a:pPr>
            <a:fld id="{00000000-1234-1234-1234-123412341234}" type="slidenum">
              <a:t>‹#›</a:t>
            </a:fld>
          </a:p>
        </p:txBody>
      </p:sp>
    </p:spTree>
  </p:cSld>
  <p:clrMap bg1="lt1" tx1="dk1" bg2="dk2" tx2="lt2" accent1="accent1" accent2="accent2" accent3="accent3" accent4="accent4" accent5="accent5" accent6="accent6" hlink="hlink" folHlink="folHlink"/>
  <p:sldLayoutIdLst>
    <p:sldLayoutId xmlns:r="http://schemas.openxmlformats.org/officeDocument/2006/relationships" id="2147483649" r:id="R33b544ce0ca846a1"/>
    <p:sldLayoutId xmlns:r="http://schemas.openxmlformats.org/officeDocument/2006/relationships" id="2147483650" r:id="R45fd76f914fe46a9"/>
    <p:sldLayoutId xmlns:r="http://schemas.openxmlformats.org/officeDocument/2006/relationships" id="2147483651" r:id="Rb5c125f081e74321"/>
    <p:sldLayoutId xmlns:r="http://schemas.openxmlformats.org/officeDocument/2006/relationships" id="2147483652" r:id="R356a5f36edc043f4"/>
    <p:sldLayoutId xmlns:r="http://schemas.openxmlformats.org/officeDocument/2006/relationships" id="2147483653" r:id="R560dc3b176bc4cff"/>
    <p:sldLayoutId xmlns:r="http://schemas.openxmlformats.org/officeDocument/2006/relationships" id="2147483654" r:id="Re702456efc314145"/>
    <p:sldLayoutId xmlns:r="http://schemas.openxmlformats.org/officeDocument/2006/relationships" id="2147483655" r:id="Rcaf76338684e4093"/>
    <p:sldLayoutId xmlns:r="http://schemas.openxmlformats.org/officeDocument/2006/relationships" id="2147483656" r:id="R65f028934cad4123"/>
    <p:sldLayoutId xmlns:r="http://schemas.openxmlformats.org/officeDocument/2006/relationships" id="2147483657" r:id="R9c82572e303f408e"/>
    <p:sldLayoutId xmlns:r="http://schemas.openxmlformats.org/officeDocument/2006/relationships" id="2147483658" r:id="R65871395bbd24761"/>
    <p:sldLayoutId xmlns:r="http://schemas.openxmlformats.org/officeDocument/2006/relationships" id="2147483659" r:id="R775894791ee24f0e"/>
    <p:sldLayoutId xmlns:r="http://schemas.openxmlformats.org/officeDocument/2006/relationships" id="2147483660" r:id="Re6697c0ee3cb49fd"/>
    <p:sldLayoutId xmlns:r="http://schemas.openxmlformats.org/officeDocument/2006/relationships" id="2147483661" r:id="Re242b50ce063465d"/>
    <p:sldLayoutId xmlns:r="http://schemas.openxmlformats.org/officeDocument/2006/relationships" id="2147483662" r:id="Rc322b51f88044156"/>
    <p:sldLayoutId xmlns:r="http://schemas.openxmlformats.org/officeDocument/2006/relationships" id="2147483663" r:id="R9abbbf0236824931"/>
    <p:sldLayoutId xmlns:r="http://schemas.openxmlformats.org/officeDocument/2006/relationships" id="2147483664" r:id="Rfd417f12581846fa"/>
    <p:sldLayoutId xmlns:r="http://schemas.openxmlformats.org/officeDocument/2006/relationships" id="2147483665" r:id="R59580800ecea476d"/>
  </p:sldLayoutIdLst>
  <p:hf sldNum="0" hdr="0" ftr="0" dt="0"/>
  <p:txStyles>
    <p:titleStyle>
      <a:lvl1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9pPr>
    </p:titleStyle>
    <p:bodyStyle>
      <a:lvl1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9pPr>
    </p:bodyStyle>
    <p:otherStyle>
      <a:lvl1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9pPr>
    </p:otherStyle>
  </p:txStyles>
</p:sldMaster>
</file>

<file path=ppt/slideMasters/theme/theme2.xml><?xml version="1.0" encoding="utf-8"?>
<a:theme xmlns:a="http://schemas.openxmlformats.org/drawingml/2006/main" name="Paradigm">
  <a:themeElements>
    <a:clrScheme name="Paradigm">
      <a:dk1>
        <a:srgbClr val="31394D"/>
      </a:dk1>
      <a:lt1>
        <a:srgbClr val="FFFFFF"/>
      </a:lt1>
      <a:dk2>
        <a:srgbClr val="666666"/>
      </a:dk2>
      <a:lt2>
        <a:srgbClr val="626B73"/>
      </a:lt2>
      <a:accent1>
        <a:srgbClr val="002F4A"/>
      </a:accent1>
      <a:accent2>
        <a:srgbClr val="D9C4B1"/>
      </a:accent2>
      <a:accent3>
        <a:srgbClr val="EDE3DA"/>
      </a:accent3>
      <a:accent4>
        <a:srgbClr val="B85741"/>
      </a:accent4>
      <a:accent5>
        <a:srgbClr val="009384"/>
      </a:accent5>
      <a:accent6>
        <a:srgbClr val="D0F6FF"/>
      </a:accent6>
      <a:hlink>
        <a:srgbClr val="009384"/>
      </a:hlink>
      <a:folHlink>
        <a:srgbClr val="009384"/>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Paradigm">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3.xml" Id="Rb609bd871b9349f5" /><Relationship Type="http://schemas.openxmlformats.org/officeDocument/2006/relationships/image" Target="/ppt/media/image.png" Id="R1ca31272c4d44ce2" /><Relationship Type="http://schemas.openxmlformats.org/officeDocument/2006/relationships/notesSlide" Target="/ppt/notesSlides/notesSlide1.xml" Id="Rec28a59ff8aa48d7" /></Relationships>
</file>

<file path=ppt/slides/_rels/slide2.xml.rels>&#65279;<?xml version="1.0" encoding="utf-8"?><Relationships xmlns="http://schemas.openxmlformats.org/package/2006/relationships"><Relationship Type="http://schemas.openxmlformats.org/officeDocument/2006/relationships/slideLayout" Target="/ppt/slideLayouts/slideLayout16.xml" Id="R2f26eea0bca741b9" /><Relationship Type="http://schemas.openxmlformats.org/officeDocument/2006/relationships/image" Target="/ppt/media/image2.png" Id="R6a7b27aee1cc47f3" /><Relationship Type="http://schemas.openxmlformats.org/officeDocument/2006/relationships/image" Target="/ppt/media/image3.png" Id="Rcf1fa05116a34f0f" /><Relationship Type="http://schemas.openxmlformats.org/officeDocument/2006/relationships/image" Target="/ppt/media/image4.png" Id="R97d1ba00271b40f2" /><Relationship Type="http://schemas.openxmlformats.org/officeDocument/2006/relationships/notesSlide" Target="/ppt/notesSlides/notesSlide2.xml" Id="R5281188d37364c6b" /></Relationships>
</file>

<file path=ppt/slides/_rels/slide3.xml.rels>&#65279;<?xml version="1.0" encoding="utf-8"?><Relationships xmlns="http://schemas.openxmlformats.org/package/2006/relationships"><Relationship Type="http://schemas.openxmlformats.org/officeDocument/2006/relationships/slideLayout" Target="/ppt/slideLayouts/slideLayout16.xml" Id="Re68630fb83ba43a1" /><Relationship Type="http://schemas.openxmlformats.org/officeDocument/2006/relationships/image" Target="/ppt/media/image2.png" Id="R57fd08d9796f4f71" /><Relationship Type="http://schemas.openxmlformats.org/officeDocument/2006/relationships/image" Target="/ppt/media/image3.png" Id="R06e0b3648534481d" /><Relationship Type="http://schemas.openxmlformats.org/officeDocument/2006/relationships/image" Target="/ppt/media/image4.png" Id="R2d6f137e83534b3d" /><Relationship Type="http://schemas.openxmlformats.org/officeDocument/2006/relationships/notesSlide" Target="/ppt/notesSlides/notesSlide3.xml" Id="Rdd31b671b3d04b4c" /></Relationships>
</file>

<file path=ppt/slides/_rels/slide4.xml.rels>&#65279;<?xml version="1.0" encoding="utf-8"?><Relationships xmlns="http://schemas.openxmlformats.org/package/2006/relationships"><Relationship Type="http://schemas.openxmlformats.org/officeDocument/2006/relationships/slideLayout" Target="/ppt/slideLayouts/slideLayout13.xml" Id="Re19ba1226f0f4972" /><Relationship Type="http://schemas.openxmlformats.org/officeDocument/2006/relationships/image" Target="/ppt/media/image2.png" Id="R91215bb6a2434386" /><Relationship Type="http://schemas.openxmlformats.org/officeDocument/2006/relationships/image" Target="/ppt/media/image5.png" Id="R6021ae3897794890" /><Relationship Type="http://schemas.openxmlformats.org/officeDocument/2006/relationships/notesSlide" Target="/ppt/notesSlides/notesSlide4.xml" Id="R8437b78677c342b3" /></Relationships>
</file>

<file path=ppt/slides/_rels/slide5.xml.rels>&#65279;<?xml version="1.0" encoding="utf-8"?><Relationships xmlns="http://schemas.openxmlformats.org/package/2006/relationships"><Relationship Type="http://schemas.openxmlformats.org/officeDocument/2006/relationships/slideLayout" Target="/ppt/slideLayouts/slideLayout13.xml" Id="R304ba3e2c2be45fa" /><Relationship Type="http://schemas.openxmlformats.org/officeDocument/2006/relationships/image" Target="/ppt/media/image2.png" Id="Rf42548865a554643" /><Relationship Type="http://schemas.openxmlformats.org/officeDocument/2006/relationships/image" Target="/ppt/media/image6.png" Id="Ra039ab1d84b043f9" /><Relationship Type="http://schemas.openxmlformats.org/officeDocument/2006/relationships/notesSlide" Target="/ppt/notesSlides/notesSlide5.xml" Id="R5f56f9fb49a2463a" /></Relationships>
</file>

<file path=ppt/slides/slide1.xml><?xml version="1.0" encoding="utf-8"?>
<p:sld xmlns:p="http://schemas.openxmlformats.org/presentationml/2006/main">
  <p:cSld>
    <p:spTree>
      <p:nvGrpSpPr>
        <p:cNvPr id="1" name=""/>
        <p:cNvGrpSpPr/>
        <p:nvPr/>
      </p:nvGrpSpPr>
      <p:grpSpPr>
        <a:xfrm xmlns:a="http://schemas.openxmlformats.org/drawingml/2006/main"/>
      </p:grpSpPr>
      <p:pic>
        <p:nvPicPr>
          <p:cNvPr id="120" name="Google Shape;117;p22"/>
          <p:cNvPicPr>
            <a:picLocks xmlns:a="http://schemas.openxmlformats.org/drawingml/2006/main" noChangeAspect="1"/>
          </p:cNvPicPr>
          <p:nvPr/>
        </p:nvPicPr>
        <p:blipFill>
          <a:blip xmlns:r="http://schemas.openxmlformats.org/officeDocument/2006/relationships" xmlns:a="http://schemas.openxmlformats.org/drawingml/2006/main" r:embed="R1ca31272c4d44ce2">
            <a:alphaModFix/>
          </a:blip>
          <a:stretch xmlns:a="http://schemas.openxmlformats.org/drawingml/2006/main">
            <a:fillRect l="0" t="0" r="0" b="0"/>
          </a:stretch>
        </p:blipFill>
        <p:spPr>
          <a:xfrm xmlns:a="http://schemas.openxmlformats.org/drawingml/2006/main" flipH="0" flipV="0">
            <a:off x="4347975" y="1364988"/>
            <a:ext cx="4796024" cy="2413525"/>
          </a:xfrm>
          <a:prstGeom xmlns:a="http://schemas.openxmlformats.org/drawingml/2006/main" prst="rect">
            <a:avLst/>
          </a:prstGeom>
          <a:ln xmlns:a="http://schemas.openxmlformats.org/drawingml/2006/main">
            <a:noFill/>
          </a:ln>
        </p:spPr>
      </p:pic>
      <p:sp>
        <p:nvSpPr>
          <p:cNvPr id="118" name="Google Shape;118;p22">
            <a:extLst xmlns:a="http://schemas.openxmlformats.org/drawingml/2006/main">
              <a:ext uri="{FF2B5EF4-FFF2-40B4-BE49-F238E27FC236}">
                <a16:creationId xmlns:a16="http://schemas.microsoft.com/office/drawing/2014/main" id="{4AFDD585-2DCF-469F-8614-BA736E9D6055}"/>
              </a:ext>
            </a:extLst>
          </p:cNvPr>
          <p:cNvSpPr>
            <a:spLocks xmlns:a="http://schemas.openxmlformats.org/drawingml/2006/main" noGrp="1"/>
          </p:cNvSpPr>
          <p:nvPr>
            <p:ph type="title" idx="0"/>
          </p:nvPr>
        </p:nvSpPr>
        <p:spPr>
          <a:xfrm xmlns:a="http://schemas.openxmlformats.org/drawingml/2006/main">
            <a:off x="311725" y="500925"/>
            <a:ext cx="3706500" cy="2508900"/>
          </a:xfrm>
          <a:prstGeom xmlns:a="http://schemas.openxmlformats.org/drawingml/2006/main" prst="rect">
            <a:avLst/>
          </a:prstGeom>
        </p:spPr>
        <p:txBody>
          <a:bodyPr xmlns:a="http://schemas.openxmlformats.org/drawingml/2006/main" spcFirstLastPara="1" wrap="square" lIns="91425" tIns="91425" rIns="91425" bIns="91425" anchor="t">
            <a:normAutofit fontScale="95392"/>
          </a:bodyPr>
          <a:lstStyle xmlns:a="http://schemas.openxmlformats.org/drawingml/2006/main"/>
          <a:p xmlns:a="http://schemas.openxmlformats.org/drawingml/2006/main">
            <a:pPr marL="0" indent="0" algn="l">
              <a:spcBef>
                <a:spcPts val="0"/>
              </a:spcBef>
              <a:spcAft>
                <a:spcPts val="0"/>
              </a:spcAft>
              <a:buNone/>
            </a:pPr>
            <a:r>
              <a:t>Software</a:t>
            </a:r>
          </a:p>
          <a:p xmlns:a="http://schemas.openxmlformats.org/drawingml/2006/main">
            <a:pPr marL="0" indent="0" algn="l">
              <a:spcBef>
                <a:spcPts val="0"/>
              </a:spcBef>
              <a:spcAft>
                <a:spcPts val="0"/>
              </a:spcAft>
              <a:buNone/>
            </a:pPr>
            <a:r>
              <a:t/>
            </a:r>
          </a:p>
          <a:p xmlns:a="http://schemas.openxmlformats.org/drawingml/2006/main">
            <a:pPr marL="0" indent="0" algn="l">
              <a:spcBef>
                <a:spcPts val="0"/>
              </a:spcBef>
              <a:spcAft>
                <a:spcPts val="0"/>
              </a:spcAft>
              <a:buNone/>
            </a:pPr>
            <a:r>
              <a:t/>
            </a:r>
          </a:p>
          <a:p xmlns:a="http://schemas.openxmlformats.org/drawingml/2006/main">
            <a:pPr marL="0" indent="0" algn="l">
              <a:lnSpc>
                <a:spcPct val="150000"/>
              </a:lnSpc>
              <a:spcBef>
                <a:spcPts val="0"/>
              </a:spcBef>
              <a:spcAft>
                <a:spcPts val="0"/>
              </a:spcAft>
              <a:buNone/>
            </a:pPr>
            <a:r>
              <a:rPr sz="1600">
                <a:solidFill>
                  <a:srgbClr val="FFFFFF"/>
                </a:solidFill>
                <a:latin typeface="Arial"/>
                <a:ea typeface="Arial"/>
                <a:cs typeface="Arial"/>
              </a:rPr>
              <a:t>From IMU streams to live feedback and recorded review</a:t>
            </a:r>
          </a:p>
          <a:p xmlns:a="http://schemas.openxmlformats.org/drawingml/2006/main">
            <a:pPr marL="0" indent="0" algn="l">
              <a:spcBef>
                <a:spcPts val="0"/>
              </a:spcBef>
              <a:spcAft>
                <a:spcPts val="0"/>
              </a:spcAft>
              <a:buNone/>
            </a:pPr>
            <a:r>
              <a:t/>
            </a:r>
          </a:p>
        </p:txBody>
      </p:sp>
    </p:spTree>
    <p:extLst>
      <p:ext uri="{BB962C8B-B14F-4D97-AF65-F5344CB8AC3E}">
        <p14:creationId xmlns:p14="http://schemas.microsoft.com/office/powerpoint/2010/main" val="1064074878"/>
      </p:ext>
    </p:extLst>
  </p:cSld>
</p:sld>
</file>

<file path=ppt/slides/slide2.xml><?xml version="1.0" encoding="utf-8"?>
<p:sld xmlns:p="http://schemas.openxmlformats.org/presentationml/2006/main">
  <p:cSld>
    <p:bg>
      <p:bgPr>
        <a:blipFill xmlns:a="http://schemas.openxmlformats.org/drawingml/2006/main">
          <a:blip xmlns:r="http://schemas.openxmlformats.org/officeDocument/2006/relationships" r:embed="R6a7b27aee1cc47f3">
            <a:alphaModFix/>
          </a:blip>
          <a:stretch>
            <a:fillRect l="0" t="0" r="0" b="0"/>
          </a:stretch>
        </a:blipFill>
      </p:bgPr>
    </p:bg>
    <p:spTree>
      <p:nvGrpSpPr>
        <p:cNvPr id="1" name=""/>
        <p:cNvGrpSpPr/>
        <p:nvPr/>
      </p:nvGrpSpPr>
      <p:grpSpPr>
        <a:xfrm xmlns:a="http://schemas.openxmlformats.org/drawingml/2006/main"/>
      </p:grpSpPr>
      <p:sp>
        <p:nvSpPr>
          <p:cNvPr id="192" name="Google Shape;192;p29">
            <a:extLst xmlns:a="http://schemas.openxmlformats.org/drawingml/2006/main">
              <a:ext uri="{FF2B5EF4-FFF2-40B4-BE49-F238E27FC236}">
                <a16:creationId xmlns:a16="http://schemas.microsoft.com/office/drawing/2014/main" id="{C622B4CE-1947-4BF6-B80A-1B0C9DB3F91C}"/>
              </a:ext>
            </a:extLst>
          </p:cNvPr>
          <p:cNvSpPr>
            <a:spLocks xmlns:a="http://schemas.openxmlformats.org/drawingml/2006/main" noGrp="1"/>
          </p:cNvSpPr>
          <p:nvPr/>
        </p:nvSpPr>
        <p:spPr>
          <a:xfrm xmlns:a="http://schemas.openxmlformats.org/drawingml/2006/main">
            <a:off x="0" y="0"/>
            <a:ext cx="4314000" cy="5143500"/>
          </a:xfrm>
          <a:prstGeom xmlns:a="http://schemas.openxmlformats.org/drawingml/2006/main" prst="rect">
            <a:avLst/>
          </a:prstGeom>
          <a:solidFill xmlns:a="http://schemas.openxmlformats.org/drawingml/2006/main">
            <a:srgbClr val="31394D"/>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193" name="Google Shape;193;p29">
            <a:extLst xmlns:a="http://schemas.openxmlformats.org/drawingml/2006/main">
              <a:ext uri="{FF2B5EF4-FFF2-40B4-BE49-F238E27FC236}">
                <a16:creationId xmlns:a16="http://schemas.microsoft.com/office/drawing/2014/main" id="{C9CF665C-077F-4B65-80E5-C10777354619}"/>
              </a:ext>
            </a:extLst>
          </p:cNvPr>
          <p:cNvSpPr>
            <a:spLocks xmlns:a="http://schemas.openxmlformats.org/drawingml/2006/main" noGrp="1"/>
          </p:cNvSpPr>
          <p:nvPr/>
        </p:nvSpPr>
        <p:spPr>
          <a:xfrm xmlns:a="http://schemas.openxmlformats.org/drawingml/2006/main">
            <a:off x="0" y="44125"/>
            <a:ext cx="4313625" cy="4399375"/>
          </a:xfrm>
          <a:custGeom xmlns:a="http://schemas.openxmlformats.org/drawingml/2006/main">
            <a:rect l="l" t="t" r="r" b="b"/>
            <a:pathLst>
              <a:path w="172545" h="175975">
                <a:moveTo>
                  <a:pt x="0" y="157"/>
                </a:moveTo>
                <a:lnTo>
                  <a:pt x="172419" y="0"/>
                </a:lnTo>
                <a:lnTo>
                  <a:pt x="172545" y="126541"/>
                </a:lnTo>
                <a:lnTo>
                  <a:pt x="0" y="175975"/>
                </a:lnTo>
                <a:close/>
              </a:path>
            </a:pathLst>
          </a:custGeom>
          <a:solidFill xmlns:a="http://schemas.openxmlformats.org/drawingml/2006/main">
            <a:schemeClr val="accent2"/>
          </a:solidFill>
          <a:ln xmlns:a="http://schemas.openxmlformats.org/drawingml/2006/main">
            <a:noFill/>
          </a:ln>
        </p:spPr>
      </p:sp>
      <p:sp>
        <p:nvSpPr>
          <p:cNvPr id="194" name="Google Shape;194;p29">
            <a:extLst xmlns:a="http://schemas.openxmlformats.org/drawingml/2006/main">
              <a:ext uri="{FF2B5EF4-FFF2-40B4-BE49-F238E27FC236}">
                <a16:creationId xmlns:a16="http://schemas.microsoft.com/office/drawing/2014/main" id="{DAC539C2-F3F6-4AF7-AB75-655D8F1BCB70}"/>
              </a:ext>
            </a:extLst>
          </p:cNvPr>
          <p:cNvSpPr>
            <a:spLocks xmlns:a="http://schemas.openxmlformats.org/drawingml/2006/main" noGrp="1"/>
          </p:cNvSpPr>
          <p:nvPr/>
        </p:nvSpPr>
        <p:spPr>
          <a:xfrm xmlns:a="http://schemas.openxmlformats.org/drawingml/2006/main">
            <a:off x="-125" y="0"/>
            <a:ext cx="4316900" cy="4395600"/>
          </a:xfrm>
          <a:custGeom xmlns:a="http://schemas.openxmlformats.org/drawingml/2006/main">
            <a:rect l="l" t="t" r="r" b="b"/>
            <a:pathLst>
              <a:path w="172676" h="175824">
                <a:moveTo>
                  <a:pt x="0" y="6"/>
                </a:moveTo>
                <a:lnTo>
                  <a:pt x="172676" y="0"/>
                </a:lnTo>
                <a:lnTo>
                  <a:pt x="172562" y="126442"/>
                </a:lnTo>
                <a:lnTo>
                  <a:pt x="0" y="175824"/>
                </a:lnTo>
                <a:close/>
              </a:path>
            </a:pathLst>
          </a:custGeom>
          <a:solidFill xmlns:a="http://schemas.openxmlformats.org/drawingml/2006/main">
            <a:schemeClr val="dk1"/>
          </a:solidFill>
          <a:ln xmlns:a="http://schemas.openxmlformats.org/drawingml/2006/main">
            <a:noFill/>
          </a:ln>
        </p:spPr>
      </p:sp>
      <p:sp>
        <p:nvSpPr>
          <p:cNvPr id="195" name="Google Shape;195;p29">
            <a:extLst xmlns:a="http://schemas.openxmlformats.org/drawingml/2006/main">
              <a:ext uri="{FF2B5EF4-FFF2-40B4-BE49-F238E27FC236}">
                <a16:creationId xmlns:a16="http://schemas.microsoft.com/office/drawing/2014/main" id="{9D4ED26B-4EFA-4585-A48B-77CC05D3832E}"/>
              </a:ext>
            </a:extLst>
          </p:cNvPr>
          <p:cNvSpPr>
            <a:spLocks xmlns:a="http://schemas.openxmlformats.org/drawingml/2006/main" noGrp="1"/>
          </p:cNvSpPr>
          <p:nvPr>
            <p:ph type="title" idx="0"/>
          </p:nvPr>
        </p:nvSpPr>
        <p:spPr>
          <a:xfrm xmlns:a="http://schemas.openxmlformats.org/drawingml/2006/main">
            <a:off x="381000" y="571500"/>
            <a:ext cx="3524400" cy="2858700"/>
          </a:xfrm>
          <a:prstGeom xmlns:a="http://schemas.openxmlformats.org/drawingml/2006/main" prst="rect">
            <a:avLst/>
          </a:prstGeom>
          <a:solidFill xmlns:a="http://schemas.openxmlformats.org/drawingml/2006/main">
            <a:srgbClr val="000000">
              <a:alpha val="0"/>
            </a:srgbClr>
          </a:solidFill>
          <a:ln xmlns:a="http://schemas.openxmlformats.org/drawingml/2006/main">
            <a:noFill/>
          </a:ln>
        </p:spPr>
        <p:txBody>
          <a:bodyPr xmlns:a="http://schemas.openxmlformats.org/drawingml/2006/main" spcFirstLastPara="1" wrap="square" lIns="0" tIns="0" rIns="0" bIns="0" anchor="t">
            <a:normAutofit fontScale="100000"/>
          </a:bodyPr>
          <a:lstStyle xmlns:a="http://schemas.openxmlformats.org/drawingml/2006/main"/>
          <a:p xmlns:a="http://schemas.openxmlformats.org/drawingml/2006/main">
            <a:pPr marL="0" indent="0" algn="l">
              <a:spcBef>
                <a:spcPts val="0"/>
              </a:spcBef>
              <a:spcAft>
                <a:spcPts val="0"/>
              </a:spcAft>
              <a:buNone/>
            </a:pPr>
            <a:r>
              <a:rPr sz="3600" b="1">
                <a:latin typeface="Merriweather"/>
                <a:ea typeface="Merriweather"/>
                <a:cs typeface="Merriweather"/>
              </a:rPr>
              <a:t>Software:</a:t>
            </a:r>
          </a:p>
          <a:p xmlns:a="http://schemas.openxmlformats.org/drawingml/2006/main">
            <a:pPr marL="0" indent="0" algn="l">
              <a:spcBef>
                <a:spcPts val="0"/>
              </a:spcBef>
              <a:spcAft>
                <a:spcPts val="0"/>
              </a:spcAft>
              <a:buNone/>
            </a:pPr>
            <a:r>
              <a:rPr sz="3600" b="1">
                <a:solidFill>
                  <a:srgbClr val="FFFFFF"/>
                </a:solidFill>
                <a:latin typeface="Merriweather"/>
                <a:ea typeface="Merriweather"/>
                <a:cs typeface="Merriweather"/>
              </a:rPr>
              <a:t>One pipeline,
two interfaces</a:t>
            </a:r>
          </a:p>
          <a:p xmlns:a="http://schemas.openxmlformats.org/drawingml/2006/main">
            <a:pPr marL="0" indent="0" algn="l">
              <a:spcBef>
                <a:spcPts val="0"/>
              </a:spcBef>
              <a:spcAft>
                <a:spcPts val="0"/>
              </a:spcAft>
              <a:buNone/>
            </a:pPr>
            <a:r>
              <a:t/>
            </a:r>
          </a:p>
        </p:txBody>
      </p:sp>
      <p:sp>
        <p:nvSpPr>
          <p:cNvPr id="197" name="Google Shape;197;p29">
            <a:extLst xmlns:a="http://schemas.openxmlformats.org/drawingml/2006/main">
              <a:ext uri="{FF2B5EF4-FFF2-40B4-BE49-F238E27FC236}">
                <a16:creationId xmlns:a16="http://schemas.microsoft.com/office/drawing/2014/main" id="{7D056AD3-F48C-4282-83A7-051CBF949097}"/>
              </a:ext>
            </a:extLst>
          </p:cNvPr>
          <p:cNvSpPr>
            <a:spLocks xmlns:a="http://schemas.openxmlformats.org/drawingml/2006/main" noGrp="1"/>
          </p:cNvSpPr>
          <p:nvPr/>
        </p:nvSpPr>
        <p:spPr>
          <a:xfrm xmlns:a="http://schemas.openxmlformats.org/drawingml/2006/main" rot="0" flipH="0" flipV="0">
            <a:off x="4667250" y="380993"/>
            <a:ext cx="4095900" cy="1059628"/>
          </a:xfrm>
          <a:prstGeom xmlns:a="http://schemas.openxmlformats.org/drawingml/2006/main" prst="roundRect">
            <a:avLst>
              <a:gd name="adj" fmla="val 5925"/>
            </a:avLst>
          </a:prstGeom>
          <a:solidFill xmlns:a="http://schemas.openxmlformats.org/drawingml/2006/main">
            <a:srgbClr val="FFFFFF"/>
          </a:solidFill>
          <a:ln xmlns:a="http://schemas.openxmlformats.org/drawingml/2006/main" w="9525" cmpd="sng">
            <a:solidFill>
              <a:srgbClr val="E2E8F0"/>
            </a:solidFill>
            <a:prstDash val="solid"/>
            <a:headEnd type="none" w="sm" len="sm"/>
            <a:tailEnd type="none" w="sm" len="sm"/>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198" name="Google Shape;198;p29">
            <a:extLst xmlns:a="http://schemas.openxmlformats.org/drawingml/2006/main">
              <a:ext uri="{FF2B5EF4-FFF2-40B4-BE49-F238E27FC236}">
                <a16:creationId xmlns:a16="http://schemas.microsoft.com/office/drawing/2014/main" id="{150B5902-F801-4FD0-BCAD-1F9BBF9E9CF9}"/>
              </a:ext>
            </a:extLst>
          </p:cNvPr>
          <p:cNvSpPr>
            <a:spLocks xmlns:a="http://schemas.openxmlformats.org/drawingml/2006/main" noGrp="1"/>
          </p:cNvSpPr>
          <p:nvPr/>
        </p:nvSpPr>
        <p:spPr>
          <a:xfrm xmlns:a="http://schemas.openxmlformats.org/drawingml/2006/main" rot="0" flipH="0" flipV="0">
            <a:off x="4810125" y="459488"/>
            <a:ext cx="3810000" cy="902636"/>
          </a:xfrm>
          <a:prstGeom xmlns:a="http://schemas.openxmlformats.org/drawingml/2006/main" prst="rect">
            <a:avLst/>
          </a:prstGeom>
          <a:solidFill xmlns:a="http://schemas.openxmlformats.org/drawingml/2006/main">
            <a:srgbClr val="000000">
              <a:alpha val="0"/>
            </a:srgbClr>
          </a:solidFill>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indent="0" algn="l">
              <a:spcBef>
                <a:spcPts val="0"/>
              </a:spcBef>
              <a:spcAft>
                <a:spcPts val="0"/>
              </a:spcAft>
              <a:buNone/>
            </a:pPr>
            <a:r>
              <a:rPr sz="1300" b="1">
                <a:solidFill>
                  <a:srgbClr val="1E293B"/>
                </a:solidFill>
                <a:latin typeface="Roboto"/>
                <a:ea typeface="Roboto"/>
                <a:cs typeface="Roboto"/>
              </a:rPr>
              <a:t>1. Acquire &amp; calibrate</a:t>
            </a:r>
          </a:p>
          <a:p xmlns:a="http://schemas.openxmlformats.org/drawingml/2006/main">
            <a:pPr marL="457200" indent="-298450" algn="l">
              <a:spcBef>
                <a:spcPts val="450"/>
              </a:spcBef>
              <a:spcAft>
                <a:spcPts val="0"/>
              </a:spcAft>
              <a:buClr>
                <a:srgbClr val="31394D"/>
              </a:buClr>
              <a:buSzPts val="1100"/>
              <a:buFont typeface="Roboto"/>
              <a:buChar char="-"/>
            </a:pPr>
            <a:r>
              <a:rPr sz="1100" b="1">
                <a:solidFill>
                  <a:srgbClr val="475569"/>
                </a:solidFill>
                <a:latin typeface="Roboto"/>
                <a:ea typeface="Roboto"/>
                <a:cs typeface="Roboto"/>
              </a:rPr>
              <a:t>4 IMUs used by software</a:t>
            </a:r>
          </a:p>
          <a:p xmlns:a="http://schemas.openxmlformats.org/drawingml/2006/main">
            <a:pPr marL="457200" indent="-298450" algn="l">
              <a:spcBef>
                <a:spcPts val="0"/>
              </a:spcBef>
              <a:spcAft>
                <a:spcPts val="0"/>
              </a:spcAft>
              <a:buClr>
                <a:srgbClr val="475569"/>
              </a:buClr>
              <a:buSzPts val="1100"/>
              <a:buFont typeface="Roboto"/>
              <a:buChar char="-"/>
            </a:pPr>
            <a:r>
              <a:rPr sz="1100" b="1">
                <a:solidFill>
                  <a:srgbClr val="475569"/>
                </a:solidFill>
                <a:latin typeface="Roboto"/>
                <a:ea typeface="Roboto"/>
                <a:cs typeface="Roboto"/>
              </a:rPr>
              <a:t>Median neutral baseline</a:t>
            </a:r>
          </a:p>
        </p:txBody>
      </p:sp>
      <p:sp>
        <p:nvSpPr>
          <p:cNvPr id="200" name="Google Shape;200;p29">
            <a:extLst xmlns:a="http://schemas.openxmlformats.org/drawingml/2006/main">
              <a:ext uri="{FF2B5EF4-FFF2-40B4-BE49-F238E27FC236}">
                <a16:creationId xmlns:a16="http://schemas.microsoft.com/office/drawing/2014/main" id="{9BEA7148-80BC-47D5-97F7-AA6C654000BE}"/>
              </a:ext>
            </a:extLst>
          </p:cNvPr>
          <p:cNvSpPr>
            <a:spLocks xmlns:a="http://schemas.openxmlformats.org/drawingml/2006/main" noGrp="1"/>
          </p:cNvSpPr>
          <p:nvPr/>
        </p:nvSpPr>
        <p:spPr>
          <a:xfrm xmlns:a="http://schemas.openxmlformats.org/drawingml/2006/main" rot="0" flipH="0" flipV="0">
            <a:off x="4667250" y="1857440"/>
            <a:ext cx="4095900" cy="1160899"/>
          </a:xfrm>
          <a:prstGeom xmlns:a="http://schemas.openxmlformats.org/drawingml/2006/main" prst="roundRect">
            <a:avLst>
              <a:gd name="adj" fmla="val 5517"/>
            </a:avLst>
          </a:prstGeom>
          <a:solidFill xmlns:a="http://schemas.openxmlformats.org/drawingml/2006/main">
            <a:srgbClr val="FFFFFF"/>
          </a:solidFill>
          <a:ln xmlns:a="http://schemas.openxmlformats.org/drawingml/2006/main" w="9525" cmpd="sng">
            <a:solidFill>
              <a:srgbClr val="E2E8F0"/>
            </a:solidFill>
            <a:prstDash val="solid"/>
            <a:headEnd type="none" w="sm" len="sm"/>
            <a:tailEnd type="none" w="sm" len="sm"/>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201" name="Google Shape;201;p29">
            <a:extLst xmlns:a="http://schemas.openxmlformats.org/drawingml/2006/main">
              <a:ext uri="{FF2B5EF4-FFF2-40B4-BE49-F238E27FC236}">
                <a16:creationId xmlns:a16="http://schemas.microsoft.com/office/drawing/2014/main" id="{619B1E51-463E-4827-BBF6-B23E6A6DA5D6}"/>
              </a:ext>
            </a:extLst>
          </p:cNvPr>
          <p:cNvSpPr>
            <a:spLocks xmlns:a="http://schemas.openxmlformats.org/drawingml/2006/main" noGrp="1"/>
          </p:cNvSpPr>
          <p:nvPr/>
        </p:nvSpPr>
        <p:spPr>
          <a:xfrm xmlns:a="http://schemas.openxmlformats.org/drawingml/2006/main" rot="0" flipH="0" flipV="0">
            <a:off x="4810125" y="1937497"/>
            <a:ext cx="3810000" cy="930685"/>
          </a:xfrm>
          <a:prstGeom xmlns:a="http://schemas.openxmlformats.org/drawingml/2006/main" prst="rect">
            <a:avLst/>
          </a:prstGeom>
          <a:solidFill xmlns:a="http://schemas.openxmlformats.org/drawingml/2006/main">
            <a:srgbClr val="000000">
              <a:alpha val="0"/>
            </a:srgbClr>
          </a:solidFill>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indent="0" algn="l">
              <a:spcBef>
                <a:spcPts val="0"/>
              </a:spcBef>
              <a:spcAft>
                <a:spcPts val="0"/>
              </a:spcAft>
              <a:buNone/>
            </a:pPr>
            <a:r>
              <a:rPr sz="1300" b="1">
                <a:solidFill>
                  <a:srgbClr val="1E293B"/>
                </a:solidFill>
                <a:latin typeface="Roboto"/>
                <a:ea typeface="Roboto"/>
                <a:cs typeface="Roboto"/>
              </a:rPr>
              <a:t>2. Map &amp; classify</a:t>
            </a:r>
          </a:p>
          <a:p xmlns:a="http://schemas.openxmlformats.org/drawingml/2006/main">
            <a:pPr marL="457200" indent="0" algn="l">
              <a:spcBef>
                <a:spcPts val="450"/>
              </a:spcBef>
              <a:spcAft>
                <a:spcPts val="0"/>
              </a:spcAft>
              <a:buNone/>
            </a:pPr>
            <a:r>
              <a:rPr sz="1100" b="1">
                <a:solidFill>
                  <a:srgbClr val="475569"/>
                </a:solidFill>
                <a:latin typeface="Roboto"/>
                <a:ea typeface="Roboto"/>
                <a:cs typeface="Roboto"/>
              </a:rPr>
              <a:t>           </a:t>
            </a:r>
            <a:r>
              <a:rPr sz="1100" b="1">
                <a:solidFill>
                  <a:srgbClr val="475569"/>
                </a:solidFill>
                <a:latin typeface="Roboto"/>
                <a:ea typeface="Roboto"/>
                <a:cs typeface="Roboto"/>
              </a:rPr>
              <a:t>Lean · Lift L/R · Turn
Dominant action + debounce</a:t>
            </a:r>
            <a:r>
              <a:rPr sz="1100" b="1">
                <a:solidFill>
                  <a:srgbClr val="475569"/>
                </a:solidFill>
                <a:latin typeface="Roboto"/>
                <a:ea typeface="Roboto"/>
                <a:cs typeface="Roboto"/>
              </a:rPr>
              <a:t> 				</a:t>
            </a:r>
          </a:p>
        </p:txBody>
      </p:sp>
      <p:pic>
        <p:nvPicPr>
          <p:cNvPr id="217" name="Google Shape;202;p29"/>
          <p:cNvPicPr>
            <a:picLocks xmlns:a="http://schemas.openxmlformats.org/drawingml/2006/main" noChangeAspect="1"/>
          </p:cNvPicPr>
          <p:nvPr/>
        </p:nvPicPr>
        <p:blipFill>
          <a:blip xmlns:r="http://schemas.openxmlformats.org/officeDocument/2006/relationships" xmlns:a="http://schemas.openxmlformats.org/drawingml/2006/main" r:embed="Rcf1fa05116a34f0f">
            <a:alphaModFix/>
          </a:blip>
          <a:stretch xmlns:a="http://schemas.openxmlformats.org/drawingml/2006/main">
            <a:fillRect l="0" t="0" r="0" b="0"/>
          </a:stretch>
        </p:blipFill>
        <p:spPr>
          <a:xfrm xmlns:a="http://schemas.openxmlformats.org/drawingml/2006/main" flipH="0" flipV="0">
            <a:off x="4954826" y="2357399"/>
            <a:ext cx="1635049" cy="660950"/>
          </a:xfrm>
          <a:prstGeom xmlns:a="http://schemas.openxmlformats.org/drawingml/2006/main" prst="rect">
            <a:avLst/>
          </a:prstGeom>
          <a:ln xmlns:a="http://schemas.openxmlformats.org/drawingml/2006/main">
            <a:noFill/>
          </a:ln>
        </p:spPr>
      </p:pic>
      <p:pic>
        <p:nvPicPr>
          <p:cNvPr id="218" name="Google Shape;203;p29"/>
          <p:cNvPicPr>
            <a:picLocks xmlns:a="http://schemas.openxmlformats.org/drawingml/2006/main" noChangeAspect="1"/>
          </p:cNvPicPr>
          <p:nvPr/>
        </p:nvPicPr>
        <p:blipFill>
          <a:blip xmlns:r="http://schemas.openxmlformats.org/officeDocument/2006/relationships" xmlns:a="http://schemas.openxmlformats.org/drawingml/2006/main" r:embed="R97d1ba00271b40f2">
            <a:alphaModFix/>
          </a:blip>
          <a:stretch xmlns:a="http://schemas.openxmlformats.org/drawingml/2006/main">
            <a:fillRect l="0" t="0" r="0" b="0"/>
          </a:stretch>
        </p:blipFill>
        <p:spPr>
          <a:xfrm xmlns:a="http://schemas.openxmlformats.org/drawingml/2006/main" flipH="0" flipV="0">
            <a:off x="6769552" y="2379851"/>
            <a:ext cx="1745301" cy="578800"/>
          </a:xfrm>
          <a:prstGeom xmlns:a="http://schemas.openxmlformats.org/drawingml/2006/main" prst="rect">
            <a:avLst/>
          </a:prstGeom>
          <a:ln xmlns:a="http://schemas.openxmlformats.org/drawingml/2006/main">
            <a:noFill/>
          </a:ln>
        </p:spPr>
      </p:pic>
      <p:sp>
        <p:nvSpPr>
          <p:cNvPr id="205" name="Google Shape;205;p29">
            <a:extLst xmlns:a="http://schemas.openxmlformats.org/drawingml/2006/main">
              <a:ext uri="{FF2B5EF4-FFF2-40B4-BE49-F238E27FC236}">
                <a16:creationId xmlns:a16="http://schemas.microsoft.com/office/drawing/2014/main" id="{AB3E5603-4F91-494F-956F-D92F59442E3C}"/>
              </a:ext>
            </a:extLst>
          </p:cNvPr>
          <p:cNvSpPr>
            <a:spLocks xmlns:a="http://schemas.openxmlformats.org/drawingml/2006/main" noGrp="1"/>
          </p:cNvSpPr>
          <p:nvPr/>
        </p:nvSpPr>
        <p:spPr>
          <a:xfrm xmlns:a="http://schemas.openxmlformats.org/drawingml/2006/main" rot="0" flipH="0" flipV="0">
            <a:off x="4667250" y="3435165"/>
            <a:ext cx="4095900" cy="1160899"/>
          </a:xfrm>
          <a:prstGeom xmlns:a="http://schemas.openxmlformats.org/drawingml/2006/main" prst="roundRect">
            <a:avLst>
              <a:gd name="adj" fmla="val 5517"/>
            </a:avLst>
          </a:prstGeom>
          <a:solidFill xmlns:a="http://schemas.openxmlformats.org/drawingml/2006/main">
            <a:srgbClr val="FFFFFF"/>
          </a:solidFill>
          <a:ln xmlns:a="http://schemas.openxmlformats.org/drawingml/2006/main" w="9525" cmpd="sng">
            <a:solidFill>
              <a:srgbClr val="E2E8F0"/>
            </a:solidFill>
            <a:prstDash val="solid"/>
            <a:headEnd type="none" w="sm" len="sm"/>
            <a:tailEnd type="none" w="sm" len="sm"/>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206" name="Google Shape;206;p29">
            <a:extLst xmlns:a="http://schemas.openxmlformats.org/drawingml/2006/main">
              <a:ext uri="{FF2B5EF4-FFF2-40B4-BE49-F238E27FC236}">
                <a16:creationId xmlns:a16="http://schemas.microsoft.com/office/drawing/2014/main" id="{35380D58-829B-456B-9534-E5511268925C}"/>
              </a:ext>
            </a:extLst>
          </p:cNvPr>
          <p:cNvSpPr>
            <a:spLocks xmlns:a="http://schemas.openxmlformats.org/drawingml/2006/main" noGrp="1"/>
          </p:cNvSpPr>
          <p:nvPr/>
        </p:nvSpPr>
        <p:spPr>
          <a:xfrm xmlns:a="http://schemas.openxmlformats.org/drawingml/2006/main" rot="0" flipH="0" flipV="0">
            <a:off x="4810125" y="3515222"/>
            <a:ext cx="3810000" cy="930685"/>
          </a:xfrm>
          <a:prstGeom xmlns:a="http://schemas.openxmlformats.org/drawingml/2006/main" prst="rect">
            <a:avLst/>
          </a:prstGeom>
          <a:solidFill xmlns:a="http://schemas.openxmlformats.org/drawingml/2006/main">
            <a:srgbClr val="000000">
              <a:alpha val="0"/>
            </a:srgbClr>
          </a:solidFill>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indent="0" algn="l">
              <a:spcBef>
                <a:spcPts val="0"/>
              </a:spcBef>
              <a:spcAft>
                <a:spcPts val="0"/>
              </a:spcAft>
              <a:buNone/>
            </a:pPr>
            <a:r>
              <a:rPr sz="1300" b="1">
                <a:solidFill>
                  <a:srgbClr val="1E293B"/>
                </a:solidFill>
                <a:latin typeface="Roboto"/>
                <a:ea typeface="Roboto"/>
                <a:cs typeface="Roboto"/>
              </a:rPr>
              <a:t>3. Use &amp; record</a:t>
            </a:r>
            <a:r>
              <a:rPr sz="1300" b="1">
                <a:solidFill>
                  <a:srgbClr val="1E293B"/>
                </a:solidFill>
                <a:latin typeface="Roboto"/>
                <a:ea typeface="Roboto"/>
                <a:cs typeface="Roboto"/>
              </a:rPr>
              <a:t> </a:t>
            </a:r>
          </a:p>
          <a:p xmlns:a="http://schemas.openxmlformats.org/drawingml/2006/main">
            <a:pPr marL="457200" indent="-298450" algn="l">
              <a:spcBef>
                <a:spcPts val="450"/>
              </a:spcBef>
              <a:spcAft>
                <a:spcPts val="0"/>
              </a:spcAft>
              <a:buClr>
                <a:schemeClr val="dk1"/>
              </a:buClr>
              <a:buSzPts val="1100"/>
              <a:buFont typeface="Roboto"/>
              <a:buChar char="-"/>
            </a:pPr>
            <a:r>
              <a:rPr sz="1100" b="1">
                <a:solidFill>
                  <a:srgbClr val="475569"/>
                </a:solidFill>
                <a:latin typeface="Roboto"/>
                <a:ea typeface="Roboto"/>
                <a:cs typeface="Roboto"/>
              </a:rPr>
              <a:t>Live patient feedback</a:t>
            </a:r>
          </a:p>
          <a:p xmlns:a="http://schemas.openxmlformats.org/drawingml/2006/main">
            <a:pPr marL="457200" indent="-298450" algn="l">
              <a:spcBef>
                <a:spcPts val="0"/>
              </a:spcBef>
              <a:spcAft>
                <a:spcPts val="0"/>
              </a:spcAft>
              <a:buClr>
                <a:srgbClr val="475569"/>
              </a:buClr>
              <a:buSzPts val="1100"/>
              <a:buFont typeface="Roboto"/>
              <a:buChar char="-"/>
            </a:pPr>
            <a:r>
              <a:rPr sz="1100" b="1">
                <a:solidFill>
                  <a:srgbClr val="475569"/>
                </a:solidFill>
                <a:latin typeface="Roboto"/>
                <a:ea typeface="Roboto"/>
                <a:cs typeface="Roboto"/>
              </a:rPr>
              <a:t>samples.csv + events.csv</a:t>
            </a:r>
          </a:p>
          <a:p xmlns:a="http://schemas.openxmlformats.org/drawingml/2006/main">
            <a:pPr marL="457200" indent="-298450" algn="l">
              <a:spcBef>
                <a:spcPts val="0"/>
              </a:spcBef>
              <a:spcAft>
                <a:spcPts val="0"/>
              </a:spcAft>
              <a:buClr>
                <a:srgbClr val="475569"/>
              </a:buClr>
              <a:buSzPts val="1100"/>
              <a:buFont typeface="Roboto"/>
              <a:buChar char="-"/>
            </a:pPr>
            <a:r>
              <a:rPr sz="1100" b="1">
                <a:solidFill>
                  <a:srgbClr val="475569"/>
                </a:solidFill>
                <a:latin typeface="Roboto"/>
                <a:ea typeface="Roboto"/>
                <a:cs typeface="Roboto"/>
              </a:rPr>
              <a:t>Recorded physio replay</a:t>
            </a:r>
          </a:p>
        </p:txBody>
      </p:sp>
    </p:spTree>
    <p:extLst>
      <p:ext uri="{BB962C8B-B14F-4D97-AF65-F5344CB8AC3E}">
        <p14:creationId xmlns:p14="http://schemas.microsoft.com/office/powerpoint/2010/main" val="2085037464"/>
      </p:ext>
    </p:extLst>
  </p:cSld>
</p:sld>
</file>

<file path=ppt/slides/slide3.xml><?xml version="1.0" encoding="utf-8"?>
<p:sld xmlns:p="http://schemas.openxmlformats.org/presentationml/2006/main">
  <p:cSld>
    <p:bg>
      <p:bgPr>
        <a:blipFill xmlns:a="http://schemas.openxmlformats.org/drawingml/2006/main">
          <a:blip xmlns:r="http://schemas.openxmlformats.org/officeDocument/2006/relationships" r:embed="R57fd08d9796f4f71">
            <a:alphaModFix/>
          </a:blip>
          <a:stretch>
            <a:fillRect l="0" t="0" r="0" b="0"/>
          </a:stretch>
        </a:blipFill>
      </p:bgPr>
    </p:bg>
    <p:spTree>
      <p:nvGrpSpPr>
        <p:cNvPr id="1" name=""/>
        <p:cNvGrpSpPr/>
        <p:nvPr/>
      </p:nvGrpSpPr>
      <p:grpSpPr>
        <a:xfrm xmlns:a="http://schemas.openxmlformats.org/drawingml/2006/main"/>
      </p:grpSpPr>
      <p:sp>
        <p:nvSpPr>
          <p:cNvPr id="192" name="Google Shape;192;p29">
            <a:extLst xmlns:a="http://schemas.openxmlformats.org/drawingml/2006/main">
              <a:ext uri="{FF2B5EF4-FFF2-40B4-BE49-F238E27FC236}">
                <a16:creationId xmlns:a16="http://schemas.microsoft.com/office/drawing/2014/main" id="{C622B4CE-1947-4BF6-B80A-1B0C9DB3F91C}"/>
              </a:ext>
            </a:extLst>
          </p:cNvPr>
          <p:cNvSpPr>
            <a:spLocks xmlns:a="http://schemas.openxmlformats.org/drawingml/2006/main" noGrp="1"/>
          </p:cNvSpPr>
          <p:nvPr/>
        </p:nvSpPr>
        <p:spPr>
          <a:xfrm xmlns:a="http://schemas.openxmlformats.org/drawingml/2006/main">
            <a:off x="0" y="0"/>
            <a:ext cx="4314000" cy="5143500"/>
          </a:xfrm>
          <a:prstGeom xmlns:a="http://schemas.openxmlformats.org/drawingml/2006/main" prst="rect">
            <a:avLst/>
          </a:prstGeom>
          <a:solidFill xmlns:a="http://schemas.openxmlformats.org/drawingml/2006/main">
            <a:srgbClr val="31394D"/>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193" name="Google Shape;193;p29">
            <a:extLst xmlns:a="http://schemas.openxmlformats.org/drawingml/2006/main">
              <a:ext uri="{FF2B5EF4-FFF2-40B4-BE49-F238E27FC236}">
                <a16:creationId xmlns:a16="http://schemas.microsoft.com/office/drawing/2014/main" id="{C9CF665C-077F-4B65-80E5-C10777354619}"/>
              </a:ext>
            </a:extLst>
          </p:cNvPr>
          <p:cNvSpPr>
            <a:spLocks xmlns:a="http://schemas.openxmlformats.org/drawingml/2006/main" noGrp="1"/>
          </p:cNvSpPr>
          <p:nvPr/>
        </p:nvSpPr>
        <p:spPr>
          <a:xfrm xmlns:a="http://schemas.openxmlformats.org/drawingml/2006/main">
            <a:off x="0" y="44125"/>
            <a:ext cx="4313625" cy="4399375"/>
          </a:xfrm>
          <a:custGeom xmlns:a="http://schemas.openxmlformats.org/drawingml/2006/main">
            <a:rect l="l" t="t" r="r" b="b"/>
            <a:pathLst>
              <a:path w="172545" h="175975">
                <a:moveTo>
                  <a:pt x="0" y="157"/>
                </a:moveTo>
                <a:lnTo>
                  <a:pt x="172419" y="0"/>
                </a:lnTo>
                <a:lnTo>
                  <a:pt x="172545" y="126541"/>
                </a:lnTo>
                <a:lnTo>
                  <a:pt x="0" y="175975"/>
                </a:lnTo>
                <a:close/>
              </a:path>
            </a:pathLst>
          </a:custGeom>
          <a:solidFill xmlns:a="http://schemas.openxmlformats.org/drawingml/2006/main">
            <a:schemeClr val="accent2"/>
          </a:solidFill>
          <a:ln xmlns:a="http://schemas.openxmlformats.org/drawingml/2006/main">
            <a:noFill/>
          </a:ln>
        </p:spPr>
      </p:sp>
      <p:sp>
        <p:nvSpPr>
          <p:cNvPr id="194" name="Google Shape;194;p29">
            <a:extLst xmlns:a="http://schemas.openxmlformats.org/drawingml/2006/main">
              <a:ext uri="{FF2B5EF4-FFF2-40B4-BE49-F238E27FC236}">
                <a16:creationId xmlns:a16="http://schemas.microsoft.com/office/drawing/2014/main" id="{DAC539C2-F3F6-4AF7-AB75-655D8F1BCB70}"/>
              </a:ext>
            </a:extLst>
          </p:cNvPr>
          <p:cNvSpPr>
            <a:spLocks xmlns:a="http://schemas.openxmlformats.org/drawingml/2006/main" noGrp="1"/>
          </p:cNvSpPr>
          <p:nvPr/>
        </p:nvSpPr>
        <p:spPr>
          <a:xfrm xmlns:a="http://schemas.openxmlformats.org/drawingml/2006/main">
            <a:off x="-125" y="0"/>
            <a:ext cx="4316900" cy="4395600"/>
          </a:xfrm>
          <a:custGeom xmlns:a="http://schemas.openxmlformats.org/drawingml/2006/main">
            <a:rect l="l" t="t" r="r" b="b"/>
            <a:pathLst>
              <a:path w="172676" h="175824">
                <a:moveTo>
                  <a:pt x="0" y="6"/>
                </a:moveTo>
                <a:lnTo>
                  <a:pt x="172676" y="0"/>
                </a:lnTo>
                <a:lnTo>
                  <a:pt x="172562" y="126442"/>
                </a:lnTo>
                <a:lnTo>
                  <a:pt x="0" y="175824"/>
                </a:lnTo>
                <a:close/>
              </a:path>
            </a:pathLst>
          </a:custGeom>
          <a:solidFill xmlns:a="http://schemas.openxmlformats.org/drawingml/2006/main">
            <a:schemeClr val="dk1"/>
          </a:solidFill>
          <a:ln xmlns:a="http://schemas.openxmlformats.org/drawingml/2006/main">
            <a:noFill/>
          </a:ln>
        </p:spPr>
      </p:sp>
      <p:sp>
        <p:nvSpPr>
          <p:cNvPr id="195" name="Google Shape;195;p29">
            <a:extLst xmlns:a="http://schemas.openxmlformats.org/drawingml/2006/main">
              <a:ext uri="{FF2B5EF4-FFF2-40B4-BE49-F238E27FC236}">
                <a16:creationId xmlns:a16="http://schemas.microsoft.com/office/drawing/2014/main" id="{9D4ED26B-4EFA-4585-A48B-77CC05D3832E}"/>
              </a:ext>
            </a:extLst>
          </p:cNvPr>
          <p:cNvSpPr>
            <a:spLocks xmlns:a="http://schemas.openxmlformats.org/drawingml/2006/main" noGrp="1"/>
          </p:cNvSpPr>
          <p:nvPr>
            <p:ph type="title" idx="0"/>
          </p:nvPr>
        </p:nvSpPr>
        <p:spPr>
          <a:xfrm xmlns:a="http://schemas.openxmlformats.org/drawingml/2006/main">
            <a:off x="381000" y="571500"/>
            <a:ext cx="3524400" cy="2858700"/>
          </a:xfrm>
          <a:prstGeom xmlns:a="http://schemas.openxmlformats.org/drawingml/2006/main" prst="rect">
            <a:avLst/>
          </a:prstGeom>
          <a:solidFill xmlns:a="http://schemas.openxmlformats.org/drawingml/2006/main">
            <a:srgbClr val="000000">
              <a:alpha val="0"/>
            </a:srgbClr>
          </a:solidFill>
          <a:ln xmlns:a="http://schemas.openxmlformats.org/drawingml/2006/main">
            <a:noFill/>
          </a:ln>
        </p:spPr>
        <p:txBody>
          <a:bodyPr xmlns:a="http://schemas.openxmlformats.org/drawingml/2006/main" spcFirstLastPara="1" wrap="square" lIns="0" tIns="0" rIns="0" bIns="0" anchor="t">
            <a:normAutofit fontScale="100000"/>
          </a:bodyPr>
          <a:lstStyle xmlns:a="http://schemas.openxmlformats.org/drawingml/2006/main"/>
          <a:p xmlns:a="http://schemas.openxmlformats.org/drawingml/2006/main">
            <a:pPr marL="0" indent="0" algn="l">
              <a:spcBef>
                <a:spcPts val="0"/>
              </a:spcBef>
              <a:spcAft>
                <a:spcPts val="0"/>
              </a:spcAft>
              <a:buNone/>
            </a:pPr>
            <a:r>
              <a:rPr sz="3600" b="1">
                <a:latin typeface="Merriweather"/>
                <a:ea typeface="Merriweather"/>
                <a:cs typeface="Merriweather"/>
              </a:rPr>
              <a:t>Data processing:</a:t>
            </a:r>
          </a:p>
          <a:p xmlns:a="http://schemas.openxmlformats.org/drawingml/2006/main">
            <a:pPr marL="0" indent="0" algn="l">
              <a:spcBef>
                <a:spcPts val="0"/>
              </a:spcBef>
              <a:spcAft>
                <a:spcPts val="0"/>
              </a:spcAft>
              <a:buNone/>
            </a:pPr>
            <a:r>
              <a:rPr sz="3600" b="1">
                <a:solidFill>
                  <a:srgbClr val="FFFFFF"/>
                </a:solidFill>
                <a:latin typeface="Merriweather"/>
                <a:ea typeface="Merriweather"/>
                <a:cs typeface="Merriweather"/>
              </a:rPr>
              <a:t>robust before
feedback</a:t>
            </a:r>
          </a:p>
          <a:p xmlns:a="http://schemas.openxmlformats.org/drawingml/2006/main">
            <a:pPr marL="0" indent="0" algn="l">
              <a:spcBef>
                <a:spcPts val="0"/>
              </a:spcBef>
              <a:spcAft>
                <a:spcPts val="0"/>
              </a:spcAft>
              <a:buNone/>
            </a:pPr>
            <a:r>
              <a:t/>
            </a:r>
          </a:p>
        </p:txBody>
      </p:sp>
      <p:sp>
        <p:nvSpPr>
          <p:cNvPr id="197" name="Google Shape;197;p29">
            <a:extLst xmlns:a="http://schemas.openxmlformats.org/drawingml/2006/main">
              <a:ext uri="{FF2B5EF4-FFF2-40B4-BE49-F238E27FC236}">
                <a16:creationId xmlns:a16="http://schemas.microsoft.com/office/drawing/2014/main" id="{7D056AD3-F48C-4282-83A7-051CBF949097}"/>
              </a:ext>
            </a:extLst>
          </p:cNvPr>
          <p:cNvSpPr>
            <a:spLocks xmlns:a="http://schemas.openxmlformats.org/drawingml/2006/main" noGrp="1"/>
          </p:cNvSpPr>
          <p:nvPr/>
        </p:nvSpPr>
        <p:spPr>
          <a:xfrm xmlns:a="http://schemas.openxmlformats.org/drawingml/2006/main" rot="0" flipH="0" flipV="0">
            <a:off x="4667250" y="380993"/>
            <a:ext cx="4095900" cy="1059628"/>
          </a:xfrm>
          <a:prstGeom xmlns:a="http://schemas.openxmlformats.org/drawingml/2006/main" prst="roundRect">
            <a:avLst>
              <a:gd name="adj" fmla="val 5925"/>
            </a:avLst>
          </a:prstGeom>
          <a:solidFill xmlns:a="http://schemas.openxmlformats.org/drawingml/2006/main">
            <a:srgbClr val="FFFFFF"/>
          </a:solidFill>
          <a:ln xmlns:a="http://schemas.openxmlformats.org/drawingml/2006/main" w="9525" cmpd="sng">
            <a:solidFill>
              <a:srgbClr val="E2E8F0"/>
            </a:solidFill>
            <a:prstDash val="solid"/>
            <a:headEnd type="none" w="sm" len="sm"/>
            <a:tailEnd type="none" w="sm" len="sm"/>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198" name="Google Shape;198;p29">
            <a:extLst xmlns:a="http://schemas.openxmlformats.org/drawingml/2006/main">
              <a:ext uri="{FF2B5EF4-FFF2-40B4-BE49-F238E27FC236}">
                <a16:creationId xmlns:a16="http://schemas.microsoft.com/office/drawing/2014/main" id="{150B5902-F801-4FD0-BCAD-1F9BBF9E9CF9}"/>
              </a:ext>
            </a:extLst>
          </p:cNvPr>
          <p:cNvSpPr>
            <a:spLocks xmlns:a="http://schemas.openxmlformats.org/drawingml/2006/main" noGrp="1"/>
          </p:cNvSpPr>
          <p:nvPr/>
        </p:nvSpPr>
        <p:spPr>
          <a:xfrm xmlns:a="http://schemas.openxmlformats.org/drawingml/2006/main" rot="0" flipH="0" flipV="0">
            <a:off x="4810125" y="459488"/>
            <a:ext cx="3810000" cy="902636"/>
          </a:xfrm>
          <a:prstGeom xmlns:a="http://schemas.openxmlformats.org/drawingml/2006/main" prst="rect">
            <a:avLst/>
          </a:prstGeom>
          <a:solidFill xmlns:a="http://schemas.openxmlformats.org/drawingml/2006/main">
            <a:srgbClr val="000000">
              <a:alpha val="0"/>
            </a:srgbClr>
          </a:solidFill>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indent="0" algn="l">
              <a:spcBef>
                <a:spcPts val="0"/>
              </a:spcBef>
              <a:spcAft>
                <a:spcPts val="0"/>
              </a:spcAft>
              <a:buNone/>
            </a:pPr>
            <a:r>
              <a:rPr sz="1300" b="1">
                <a:solidFill>
                  <a:srgbClr val="1E293B"/>
                </a:solidFill>
                <a:latin typeface="Roboto"/>
                <a:ea typeface="Roboto"/>
                <a:cs typeface="Roboto"/>
              </a:rPr>
              <a:t>1. Validate &amp; calibrate</a:t>
            </a:r>
          </a:p>
          <a:p xmlns:a="http://schemas.openxmlformats.org/drawingml/2006/main">
            <a:pPr marL="457200" indent="-298450" algn="l">
              <a:spcBef>
                <a:spcPts val="450"/>
              </a:spcBef>
              <a:spcAft>
                <a:spcPts val="0"/>
              </a:spcAft>
              <a:buClr>
                <a:srgbClr val="31394D"/>
              </a:buClr>
              <a:buSzPts val="1100"/>
              <a:buFont typeface="Roboto"/>
              <a:buChar char="-"/>
            </a:pPr>
            <a:r>
              <a:rPr sz="1100" b="1">
                <a:solidFill>
                  <a:srgbClr val="475569"/>
                </a:solidFill>
                <a:latin typeface="Roboto"/>
                <a:ea typeface="Roboto"/>
                <a:cs typeface="Roboto"/>
              </a:rPr>
              <a:t>Reject incomplete samples</a:t>
            </a:r>
          </a:p>
          <a:p xmlns:a="http://schemas.openxmlformats.org/drawingml/2006/main">
            <a:pPr marL="457200" indent="-298450" algn="l">
              <a:spcBef>
                <a:spcPts val="0"/>
              </a:spcBef>
              <a:spcAft>
                <a:spcPts val="0"/>
              </a:spcAft>
              <a:buClr>
                <a:srgbClr val="475569"/>
              </a:buClr>
              <a:buSzPts val="1100"/>
              <a:buFont typeface="Roboto"/>
              <a:buChar char="-"/>
            </a:pPr>
            <a:r>
              <a:rPr sz="1100" b="1">
                <a:solidFill>
                  <a:srgbClr val="475569"/>
                </a:solidFill>
                <a:latin typeface="Roboto"/>
                <a:ea typeface="Roboto"/>
                <a:cs typeface="Roboto"/>
              </a:rPr>
              <a:t>Component-wise median baseline</a:t>
            </a:r>
          </a:p>
        </p:txBody>
      </p:sp>
      <p:sp>
        <p:nvSpPr>
          <p:cNvPr id="200" name="Google Shape;200;p29">
            <a:extLst xmlns:a="http://schemas.openxmlformats.org/drawingml/2006/main">
              <a:ext uri="{FF2B5EF4-FFF2-40B4-BE49-F238E27FC236}">
                <a16:creationId xmlns:a16="http://schemas.microsoft.com/office/drawing/2014/main" id="{9BEA7148-80BC-47D5-97F7-AA6C654000BE}"/>
              </a:ext>
            </a:extLst>
          </p:cNvPr>
          <p:cNvSpPr>
            <a:spLocks xmlns:a="http://schemas.openxmlformats.org/drawingml/2006/main" noGrp="1"/>
          </p:cNvSpPr>
          <p:nvPr/>
        </p:nvSpPr>
        <p:spPr>
          <a:xfrm xmlns:a="http://schemas.openxmlformats.org/drawingml/2006/main" rot="0" flipH="0" flipV="0">
            <a:off x="4667250" y="1857440"/>
            <a:ext cx="4095900" cy="1160899"/>
          </a:xfrm>
          <a:prstGeom xmlns:a="http://schemas.openxmlformats.org/drawingml/2006/main" prst="roundRect">
            <a:avLst>
              <a:gd name="adj" fmla="val 5517"/>
            </a:avLst>
          </a:prstGeom>
          <a:solidFill xmlns:a="http://schemas.openxmlformats.org/drawingml/2006/main">
            <a:srgbClr val="FFFFFF"/>
          </a:solidFill>
          <a:ln xmlns:a="http://schemas.openxmlformats.org/drawingml/2006/main" w="9525" cmpd="sng">
            <a:solidFill>
              <a:srgbClr val="E2E8F0"/>
            </a:solidFill>
            <a:prstDash val="solid"/>
            <a:headEnd type="none" w="sm" len="sm"/>
            <a:tailEnd type="none" w="sm" len="sm"/>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201" name="Google Shape;201;p29">
            <a:extLst xmlns:a="http://schemas.openxmlformats.org/drawingml/2006/main">
              <a:ext uri="{FF2B5EF4-FFF2-40B4-BE49-F238E27FC236}">
                <a16:creationId xmlns:a16="http://schemas.microsoft.com/office/drawing/2014/main" id="{619B1E51-463E-4827-BBF6-B23E6A6DA5D6}"/>
              </a:ext>
            </a:extLst>
          </p:cNvPr>
          <p:cNvSpPr>
            <a:spLocks xmlns:a="http://schemas.openxmlformats.org/drawingml/2006/main" noGrp="1"/>
          </p:cNvSpPr>
          <p:nvPr/>
        </p:nvSpPr>
        <p:spPr>
          <a:xfrm xmlns:a="http://schemas.openxmlformats.org/drawingml/2006/main" rot="0" flipH="0" flipV="0">
            <a:off x="4810125" y="1937497"/>
            <a:ext cx="3810000" cy="930685"/>
          </a:xfrm>
          <a:prstGeom xmlns:a="http://schemas.openxmlformats.org/drawingml/2006/main" prst="rect">
            <a:avLst/>
          </a:prstGeom>
          <a:solidFill xmlns:a="http://schemas.openxmlformats.org/drawingml/2006/main">
            <a:srgbClr val="000000">
              <a:alpha val="0"/>
            </a:srgbClr>
          </a:solidFill>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indent="0" algn="l">
              <a:spcBef>
                <a:spcPts val="0"/>
              </a:spcBef>
              <a:spcAft>
                <a:spcPts val="0"/>
              </a:spcAft>
              <a:buNone/>
            </a:pPr>
            <a:r>
              <a:rPr sz="1300" b="1">
                <a:solidFill>
                  <a:srgbClr val="1E293B"/>
                </a:solidFill>
                <a:latin typeface="Roboto"/>
                <a:ea typeface="Roboto"/>
                <a:cs typeface="Roboto"/>
              </a:rPr>
              <a:t>2. Derive motion</a:t>
            </a:r>
          </a:p>
          <a:p xmlns:a="http://schemas.openxmlformats.org/drawingml/2006/main">
            <a:pPr marL="457200" indent="0" algn="l">
              <a:spcBef>
                <a:spcPts val="450"/>
              </a:spcBef>
              <a:spcAft>
                <a:spcPts val="0"/>
              </a:spcAft>
              <a:buNone/>
            </a:pPr>
            <a:r>
              <a:rPr sz="1100" b="1">
                <a:solidFill>
                  <a:srgbClr val="475569"/>
                </a:solidFill>
                <a:latin typeface="Roboto"/>
                <a:ea typeface="Roboto"/>
                <a:cs typeface="Roboto"/>
              </a:rPr>
              <a:t>           </a:t>
            </a:r>
            <a:r>
              <a:rPr sz="1100" b="1">
                <a:solidFill>
                  <a:srgbClr val="475569"/>
                </a:solidFill>
                <a:latin typeface="Roboto"/>
                <a:ea typeface="Roboto"/>
                <a:cs typeface="Roboto"/>
              </a:rPr>
              <a:t>EMA smoothing + hysteresis
Normalized lean · lift · turn</a:t>
            </a:r>
            <a:r>
              <a:rPr sz="1100" b="1">
                <a:solidFill>
                  <a:srgbClr val="475569"/>
                </a:solidFill>
                <a:latin typeface="Roboto"/>
                <a:ea typeface="Roboto"/>
                <a:cs typeface="Roboto"/>
              </a:rPr>
              <a:t> 				</a:t>
            </a:r>
          </a:p>
        </p:txBody>
      </p:sp>
      <p:pic>
        <p:nvPicPr>
          <p:cNvPr id="217" name="Google Shape;202;p29"/>
          <p:cNvPicPr>
            <a:picLocks xmlns:a="http://schemas.openxmlformats.org/drawingml/2006/main" noChangeAspect="1"/>
          </p:cNvPicPr>
          <p:nvPr/>
        </p:nvPicPr>
        <p:blipFill>
          <a:blip xmlns:r="http://schemas.openxmlformats.org/officeDocument/2006/relationships" xmlns:a="http://schemas.openxmlformats.org/drawingml/2006/main" r:embed="R06e0b3648534481d">
            <a:alphaModFix/>
          </a:blip>
          <a:stretch xmlns:a="http://schemas.openxmlformats.org/drawingml/2006/main">
            <a:fillRect l="0" t="0" r="0" b="0"/>
          </a:stretch>
        </p:blipFill>
        <p:spPr>
          <a:xfrm xmlns:a="http://schemas.openxmlformats.org/drawingml/2006/main" flipH="0" flipV="0">
            <a:off x="4954826" y="2357399"/>
            <a:ext cx="1635049" cy="660950"/>
          </a:xfrm>
          <a:prstGeom xmlns:a="http://schemas.openxmlformats.org/drawingml/2006/main" prst="rect">
            <a:avLst/>
          </a:prstGeom>
          <a:ln xmlns:a="http://schemas.openxmlformats.org/drawingml/2006/main">
            <a:noFill/>
          </a:ln>
        </p:spPr>
      </p:pic>
      <p:pic>
        <p:nvPicPr>
          <p:cNvPr id="218" name="Google Shape;203;p29"/>
          <p:cNvPicPr>
            <a:picLocks xmlns:a="http://schemas.openxmlformats.org/drawingml/2006/main" noChangeAspect="1"/>
          </p:cNvPicPr>
          <p:nvPr/>
        </p:nvPicPr>
        <p:blipFill>
          <a:blip xmlns:r="http://schemas.openxmlformats.org/officeDocument/2006/relationships" xmlns:a="http://schemas.openxmlformats.org/drawingml/2006/main" r:embed="R2d6f137e83534b3d">
            <a:alphaModFix/>
          </a:blip>
          <a:stretch xmlns:a="http://schemas.openxmlformats.org/drawingml/2006/main">
            <a:fillRect l="0" t="0" r="0" b="0"/>
          </a:stretch>
        </p:blipFill>
        <p:spPr>
          <a:xfrm xmlns:a="http://schemas.openxmlformats.org/drawingml/2006/main" flipH="0" flipV="0">
            <a:off x="6769552" y="2379851"/>
            <a:ext cx="1745301" cy="578800"/>
          </a:xfrm>
          <a:prstGeom xmlns:a="http://schemas.openxmlformats.org/drawingml/2006/main" prst="rect">
            <a:avLst/>
          </a:prstGeom>
          <a:ln xmlns:a="http://schemas.openxmlformats.org/drawingml/2006/main">
            <a:noFill/>
          </a:ln>
        </p:spPr>
      </p:pic>
      <p:sp>
        <p:nvSpPr>
          <p:cNvPr id="205" name="Google Shape;205;p29">
            <a:extLst xmlns:a="http://schemas.openxmlformats.org/drawingml/2006/main">
              <a:ext uri="{FF2B5EF4-FFF2-40B4-BE49-F238E27FC236}">
                <a16:creationId xmlns:a16="http://schemas.microsoft.com/office/drawing/2014/main" id="{AB3E5603-4F91-494F-956F-D92F59442E3C}"/>
              </a:ext>
            </a:extLst>
          </p:cNvPr>
          <p:cNvSpPr>
            <a:spLocks xmlns:a="http://schemas.openxmlformats.org/drawingml/2006/main" noGrp="1"/>
          </p:cNvSpPr>
          <p:nvPr/>
        </p:nvSpPr>
        <p:spPr>
          <a:xfrm xmlns:a="http://schemas.openxmlformats.org/drawingml/2006/main" rot="0" flipH="0" flipV="0">
            <a:off x="4667250" y="3435165"/>
            <a:ext cx="4095900" cy="1160899"/>
          </a:xfrm>
          <a:prstGeom xmlns:a="http://schemas.openxmlformats.org/drawingml/2006/main" prst="roundRect">
            <a:avLst>
              <a:gd name="adj" fmla="val 5517"/>
            </a:avLst>
          </a:prstGeom>
          <a:solidFill xmlns:a="http://schemas.openxmlformats.org/drawingml/2006/main">
            <a:srgbClr val="FFFFFF"/>
          </a:solidFill>
          <a:ln xmlns:a="http://schemas.openxmlformats.org/drawingml/2006/main" w="9525" cmpd="sng">
            <a:solidFill>
              <a:srgbClr val="E2E8F0"/>
            </a:solidFill>
            <a:prstDash val="solid"/>
            <a:headEnd type="none" w="sm" len="sm"/>
            <a:tailEnd type="none" w="sm" len="sm"/>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206" name="Google Shape;206;p29">
            <a:extLst xmlns:a="http://schemas.openxmlformats.org/drawingml/2006/main">
              <a:ext uri="{FF2B5EF4-FFF2-40B4-BE49-F238E27FC236}">
                <a16:creationId xmlns:a16="http://schemas.microsoft.com/office/drawing/2014/main" id="{35380D58-829B-456B-9534-E5511268925C}"/>
              </a:ext>
            </a:extLst>
          </p:cNvPr>
          <p:cNvSpPr>
            <a:spLocks xmlns:a="http://schemas.openxmlformats.org/drawingml/2006/main" noGrp="1"/>
          </p:cNvSpPr>
          <p:nvPr/>
        </p:nvSpPr>
        <p:spPr>
          <a:xfrm xmlns:a="http://schemas.openxmlformats.org/drawingml/2006/main" rot="0" flipH="0" flipV="0">
            <a:off x="4810125" y="3515222"/>
            <a:ext cx="3810000" cy="930685"/>
          </a:xfrm>
          <a:prstGeom xmlns:a="http://schemas.openxmlformats.org/drawingml/2006/main" prst="rect">
            <a:avLst/>
          </a:prstGeom>
          <a:solidFill xmlns:a="http://schemas.openxmlformats.org/drawingml/2006/main">
            <a:srgbClr val="000000">
              <a:alpha val="0"/>
            </a:srgbClr>
          </a:solidFill>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indent="0" algn="l">
              <a:spcBef>
                <a:spcPts val="0"/>
              </a:spcBef>
              <a:spcAft>
                <a:spcPts val="0"/>
              </a:spcAft>
              <a:buNone/>
            </a:pPr>
            <a:r>
              <a:rPr sz="1300" b="1">
                <a:solidFill>
                  <a:srgbClr val="1E293B"/>
                </a:solidFill>
                <a:latin typeface="Roboto"/>
                <a:ea typeface="Roboto"/>
                <a:cs typeface="Roboto"/>
              </a:rPr>
              <a:t>3. Classify &amp; log</a:t>
            </a:r>
            <a:r>
              <a:rPr sz="1300" b="1">
                <a:solidFill>
                  <a:srgbClr val="1E293B"/>
                </a:solidFill>
                <a:latin typeface="Roboto"/>
                <a:ea typeface="Roboto"/>
                <a:cs typeface="Roboto"/>
              </a:rPr>
              <a:t> </a:t>
            </a:r>
          </a:p>
          <a:p xmlns:a="http://schemas.openxmlformats.org/drawingml/2006/main">
            <a:pPr marL="457200" indent="-298450" algn="l">
              <a:spcBef>
                <a:spcPts val="450"/>
              </a:spcBef>
              <a:spcAft>
                <a:spcPts val="0"/>
              </a:spcAft>
              <a:buClr>
                <a:schemeClr val="dk1"/>
              </a:buClr>
              <a:buSzPts val="1100"/>
              <a:buFont typeface="Roboto"/>
              <a:buChar char="-"/>
            </a:pPr>
            <a:r>
              <a:rPr sz="1100" b="1">
                <a:solidFill>
                  <a:srgbClr val="475569"/>
                </a:solidFill>
                <a:latin typeface="Roboto"/>
                <a:ea typeface="Roboto"/>
                <a:cs typeface="Roboto"/>
              </a:rPr>
              <a:t>One dominant action</a:t>
            </a:r>
          </a:p>
          <a:p xmlns:a="http://schemas.openxmlformats.org/drawingml/2006/main">
            <a:pPr marL="457200" indent="-298450" algn="l">
              <a:spcBef>
                <a:spcPts val="0"/>
              </a:spcBef>
              <a:spcAft>
                <a:spcPts val="0"/>
              </a:spcAft>
              <a:buClr>
                <a:srgbClr val="475569"/>
              </a:buClr>
              <a:buSzPts val="1100"/>
              <a:buFont typeface="Roboto"/>
              <a:buChar char="-"/>
            </a:pPr>
            <a:r>
              <a:rPr sz="1100" b="1">
                <a:solidFill>
                  <a:srgbClr val="475569"/>
                </a:solidFill>
                <a:latin typeface="Roboto"/>
                <a:ea typeface="Roboto"/>
                <a:cs typeface="Roboto"/>
              </a:rPr>
              <a:t>Debounce stabilizes output</a:t>
            </a:r>
          </a:p>
          <a:p xmlns:a="http://schemas.openxmlformats.org/drawingml/2006/main">
            <a:pPr marL="457200" indent="-298450" algn="l">
              <a:spcBef>
                <a:spcPts val="0"/>
              </a:spcBef>
              <a:spcAft>
                <a:spcPts val="0"/>
              </a:spcAft>
              <a:buClr>
                <a:srgbClr val="475569"/>
              </a:buClr>
              <a:buSzPts val="1100"/>
              <a:buFont typeface="Roboto"/>
              <a:buChar char="-"/>
            </a:pPr>
            <a:r>
              <a:rPr sz="1100" b="1">
                <a:solidFill>
                  <a:srgbClr val="475569"/>
                </a:solidFill>
                <a:latin typeface="Roboto"/>
                <a:ea typeface="Roboto"/>
                <a:cs typeface="Roboto"/>
              </a:rPr>
              <a:t>Raw + derived session data</a:t>
            </a:r>
          </a:p>
        </p:txBody>
      </p:sp>
    </p:spTree>
    <p:extLst>
      <p:ext uri="{BB962C8B-B14F-4D97-AF65-F5344CB8AC3E}">
        <p14:creationId xmlns:p14="http://schemas.microsoft.com/office/powerpoint/2010/main" val="2085037464"/>
      </p:ext>
    </p:extLst>
  </p:cSld>
</p:sld>
</file>

<file path=ppt/slides/slide4.xml><?xml version="1.0" encoding="utf-8"?>
<p:sld xmlns:p="http://schemas.openxmlformats.org/presentationml/2006/main">
  <p:cSld>
    <p:bg>
      <p:bgPr>
        <a:blipFill xmlns:a="http://schemas.openxmlformats.org/drawingml/2006/main">
          <a:blip xmlns:r="http://schemas.openxmlformats.org/officeDocument/2006/relationships" r:embed="R91215bb6a2434386">
            <a:alphaModFix/>
          </a:blip>
          <a:stretch>
            <a:fillRect l="0" t="0" r="0" b="0"/>
          </a:stretch>
        </a:blipFill>
      </p:bgPr>
    </p:bg>
    <p:spTree>
      <p:nvGrpSpPr>
        <p:cNvPr id="1" name=""/>
        <p:cNvGrpSpPr/>
        <p:nvPr/>
      </p:nvGrpSpPr>
      <p:grpSpPr>
        <a:xfrm xmlns:a="http://schemas.openxmlformats.org/drawingml/2006/main"/>
      </p:grpSpPr>
      <p:sp>
        <p:nvSpPr>
          <p:cNvPr id="123" name="Google Shape;123;p23">
            <a:extLst xmlns:a="http://schemas.openxmlformats.org/drawingml/2006/main">
              <a:ext uri="{FF2B5EF4-FFF2-40B4-BE49-F238E27FC236}">
                <a16:creationId xmlns:a16="http://schemas.microsoft.com/office/drawing/2014/main" id="{521273F0-B848-404F-90D9-7146327439AB}"/>
              </a:ext>
            </a:extLst>
          </p:cNvPr>
          <p:cNvSpPr>
            <a:spLocks xmlns:a="http://schemas.openxmlformats.org/drawingml/2006/main" noGrp="1"/>
          </p:cNvSpPr>
          <p:nvPr/>
        </p:nvSpPr>
        <p:spPr>
          <a:xfrm xmlns:a="http://schemas.openxmlformats.org/drawingml/2006/main">
            <a:off x="0" y="0"/>
            <a:ext cx="4314000" cy="5143500"/>
          </a:xfrm>
          <a:prstGeom xmlns:a="http://schemas.openxmlformats.org/drawingml/2006/main" prst="rect">
            <a:avLst/>
          </a:prstGeom>
          <a:solidFill xmlns:a="http://schemas.openxmlformats.org/drawingml/2006/main">
            <a:srgbClr val="31394D"/>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124" name="Google Shape;124;p23">
            <a:extLst xmlns:a="http://schemas.openxmlformats.org/drawingml/2006/main">
              <a:ext uri="{FF2B5EF4-FFF2-40B4-BE49-F238E27FC236}">
                <a16:creationId xmlns:a16="http://schemas.microsoft.com/office/drawing/2014/main" id="{55ED2B9D-1528-4E30-B689-0EDA772073F2}"/>
              </a:ext>
            </a:extLst>
          </p:cNvPr>
          <p:cNvSpPr>
            <a:spLocks xmlns:a="http://schemas.openxmlformats.org/drawingml/2006/main" noGrp="1"/>
          </p:cNvSpPr>
          <p:nvPr/>
        </p:nvSpPr>
        <p:spPr>
          <a:xfrm xmlns:a="http://schemas.openxmlformats.org/drawingml/2006/main">
            <a:off x="381000" y="1714500"/>
            <a:ext cx="571500" cy="38100"/>
          </a:xfrm>
          <a:prstGeom xmlns:a="http://schemas.openxmlformats.org/drawingml/2006/main" prst="roundRect">
            <a:avLst>
              <a:gd name="adj" fmla="val 50000"/>
            </a:avLst>
          </a:prstGeom>
          <a:solidFill xmlns:a="http://schemas.openxmlformats.org/drawingml/2006/main">
            <a:srgbClr val="6366F1"/>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125" name="Google Shape;125;p23">
            <a:extLst xmlns:a="http://schemas.openxmlformats.org/drawingml/2006/main">
              <a:ext uri="{FF2B5EF4-FFF2-40B4-BE49-F238E27FC236}">
                <a16:creationId xmlns:a16="http://schemas.microsoft.com/office/drawing/2014/main" id="{83FAB9D2-9597-4421-A421-1E2E5C079A1E}"/>
              </a:ext>
            </a:extLst>
          </p:cNvPr>
          <p:cNvSpPr>
            <a:spLocks xmlns:a="http://schemas.openxmlformats.org/drawingml/2006/main" noGrp="1"/>
          </p:cNvSpPr>
          <p:nvPr>
            <p:ph type="title" idx="0"/>
          </p:nvPr>
        </p:nvSpPr>
        <p:spPr>
          <a:xfrm xmlns:a="http://schemas.openxmlformats.org/drawingml/2006/main">
            <a:off x="304800" y="571500"/>
            <a:ext cx="3705300" cy="1905000"/>
          </a:xfrm>
          <a:prstGeom xmlns:a="http://schemas.openxmlformats.org/drawingml/2006/main" prst="rect">
            <a:avLst/>
          </a:prstGeom>
          <a:solidFill xmlns:a="http://schemas.openxmlformats.org/drawingml/2006/main">
            <a:srgbClr val="000000">
              <a:alpha val="0"/>
            </a:srgbClr>
          </a:solidFill>
          <a:ln xmlns:a="http://schemas.openxmlformats.org/drawingml/2006/main">
            <a:noFill/>
          </a:ln>
        </p:spPr>
        <p:txBody>
          <a:bodyPr xmlns:a="http://schemas.openxmlformats.org/drawingml/2006/main" spcFirstLastPara="1" wrap="square" lIns="95250" tIns="95250" rIns="95250" bIns="95250" anchor="t">
            <a:normAutofit fontScale="100000"/>
          </a:bodyPr>
          <a:lstStyle xmlns:a="http://schemas.openxmlformats.org/drawingml/2006/main"/>
          <a:p xmlns:a="http://schemas.openxmlformats.org/drawingml/2006/main">
            <a:pPr marL="0" indent="0" algn="l">
              <a:spcBef>
                <a:spcPts val="0"/>
              </a:spcBef>
              <a:spcAft>
                <a:spcPts val="0"/>
              </a:spcAft>
              <a:buNone/>
            </a:pPr>
            <a:r>
              <a:rPr sz="3200" b="1">
                <a:solidFill>
                  <a:srgbClr val="FFFFFF"/>
                </a:solidFill>
                <a:latin typeface="Merriweather"/>
                <a:ea typeface="Merriweather"/>
                <a:cs typeface="Merriweather"/>
              </a:rPr>
              <a:t>Live patient UI</a:t>
            </a:r>
          </a:p>
        </p:txBody>
      </p:sp>
      <p:sp>
        <p:nvSpPr>
          <p:cNvPr id="127" name="Google Shape;127;p23">
            <a:extLst xmlns:a="http://schemas.openxmlformats.org/drawingml/2006/main">
              <a:ext uri="{FF2B5EF4-FFF2-40B4-BE49-F238E27FC236}">
                <a16:creationId xmlns:a16="http://schemas.microsoft.com/office/drawing/2014/main" id="{5F6F3986-5565-44D2-9BCE-733B83964014}"/>
              </a:ext>
            </a:extLst>
          </p:cNvPr>
          <p:cNvSpPr>
            <a:spLocks xmlns:a="http://schemas.openxmlformats.org/drawingml/2006/main" noGrp="1"/>
          </p:cNvSpPr>
          <p:nvPr/>
        </p:nvSpPr>
        <p:spPr>
          <a:xfrm xmlns:a="http://schemas.openxmlformats.org/drawingml/2006/main" rot="0" flipH="0" flipV="0">
            <a:off x="4667250" y="185750"/>
            <a:ext cx="4095900" cy="1047900"/>
          </a:xfrm>
          <a:prstGeom xmlns:a="http://schemas.openxmlformats.org/drawingml/2006/main" prst="roundRect">
            <a:avLst>
              <a:gd name="adj" fmla="val 7272"/>
            </a:avLst>
          </a:prstGeom>
          <a:solidFill xmlns:a="http://schemas.openxmlformats.org/drawingml/2006/main">
            <a:srgbClr val="FFFFFF"/>
          </a:solidFill>
          <a:ln xmlns:a="http://schemas.openxmlformats.org/drawingml/2006/main" w="9525" cmpd="sng">
            <a:solidFill>
              <a:srgbClr val="E2E8F0"/>
            </a:solidFill>
            <a:prstDash val="solid"/>
            <a:headEnd type="none" w="sm" len="sm"/>
            <a:tailEnd type="none" w="sm" len="sm"/>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128" name="Google Shape;128;p23">
            <a:extLst xmlns:a="http://schemas.openxmlformats.org/drawingml/2006/main">
              <a:ext uri="{FF2B5EF4-FFF2-40B4-BE49-F238E27FC236}">
                <a16:creationId xmlns:a16="http://schemas.microsoft.com/office/drawing/2014/main" id="{37BD3385-570B-423B-B181-7800C20BA843}"/>
              </a:ext>
            </a:extLst>
          </p:cNvPr>
          <p:cNvSpPr>
            <a:spLocks xmlns:a="http://schemas.openxmlformats.org/drawingml/2006/main" noGrp="1"/>
          </p:cNvSpPr>
          <p:nvPr/>
        </p:nvSpPr>
        <p:spPr>
          <a:xfrm xmlns:a="http://schemas.openxmlformats.org/drawingml/2006/main" rot="0" flipH="0" flipV="0">
            <a:off x="4810200" y="281000"/>
            <a:ext cx="3810000" cy="8574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l">
              <a:spcBef>
                <a:spcPts val="0"/>
              </a:spcBef>
              <a:spcAft>
                <a:spcPts val="0"/>
              </a:spcAft>
              <a:buNone/>
            </a:pPr>
            <a:r>
              <a:rPr sz="1400" b="1">
                <a:solidFill>
                  <a:srgbClr val="31394D"/>
                </a:solidFill>
                <a:latin typeface="Roboto"/>
                <a:ea typeface="Roboto"/>
                <a:cs typeface="Roboto"/>
              </a:rPr>
              <a:t>Real-time sensor control</a:t>
            </a:r>
          </a:p>
          <a:p xmlns:a="http://schemas.openxmlformats.org/drawingml/2006/main">
            <a:pPr marL="0" indent="0" algn="l">
              <a:spcBef>
                <a:spcPts val="300"/>
              </a:spcBef>
              <a:spcAft>
                <a:spcPts val="0"/>
              </a:spcAft>
              <a:buNone/>
            </a:pPr>
            <a:r>
              <a:rPr sz="1200" b="0">
                <a:solidFill>
                  <a:srgbClr val="475569"/>
                </a:solidFill>
                <a:latin typeface="Roboto"/>
                <a:ea typeface="Roboto"/>
                <a:cs typeface="Roboto"/>
              </a:rPr>
              <a:t>Recognized actions advance the routine immediately.</a:t>
            </a:r>
          </a:p>
        </p:txBody>
      </p:sp>
      <p:sp>
        <p:nvSpPr>
          <p:cNvPr id="130" name="Google Shape;130;p23">
            <a:extLst xmlns:a="http://schemas.openxmlformats.org/drawingml/2006/main">
              <a:ext uri="{FF2B5EF4-FFF2-40B4-BE49-F238E27FC236}">
                <a16:creationId xmlns:a16="http://schemas.microsoft.com/office/drawing/2014/main" id="{F5DBD44F-3A8E-4969-8FE6-B575C2523FF3}"/>
              </a:ext>
            </a:extLst>
          </p:cNvPr>
          <p:cNvSpPr>
            <a:spLocks xmlns:a="http://schemas.openxmlformats.org/drawingml/2006/main" noGrp="1"/>
          </p:cNvSpPr>
          <p:nvPr/>
        </p:nvSpPr>
        <p:spPr>
          <a:xfrm xmlns:a="http://schemas.openxmlformats.org/drawingml/2006/main" rot="0" flipH="0" flipV="0">
            <a:off x="4667250" y="1423975"/>
            <a:ext cx="4095900" cy="1524000"/>
          </a:xfrm>
          <a:prstGeom xmlns:a="http://schemas.openxmlformats.org/drawingml/2006/main" prst="roundRect">
            <a:avLst>
              <a:gd name="adj" fmla="val 5000"/>
            </a:avLst>
          </a:prstGeom>
          <a:solidFill xmlns:a="http://schemas.openxmlformats.org/drawingml/2006/main">
            <a:srgbClr val="FFFFFF"/>
          </a:solidFill>
          <a:ln xmlns:a="http://schemas.openxmlformats.org/drawingml/2006/main" w="9525" cmpd="sng">
            <a:solidFill>
              <a:srgbClr val="E2E8F0"/>
            </a:solidFill>
            <a:prstDash val="solid"/>
            <a:headEnd type="none" w="sm" len="sm"/>
            <a:tailEnd type="none" w="sm" len="sm"/>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131" name="Google Shape;131;p23">
            <a:extLst xmlns:a="http://schemas.openxmlformats.org/drawingml/2006/main">
              <a:ext uri="{FF2B5EF4-FFF2-40B4-BE49-F238E27FC236}">
                <a16:creationId xmlns:a16="http://schemas.microsoft.com/office/drawing/2014/main" id="{7AF812DA-6220-4886-98CE-7BB4DB9B623D}"/>
              </a:ext>
            </a:extLst>
          </p:cNvPr>
          <p:cNvSpPr>
            <a:spLocks xmlns:a="http://schemas.openxmlformats.org/drawingml/2006/main" noGrp="1"/>
          </p:cNvSpPr>
          <p:nvPr/>
        </p:nvSpPr>
        <p:spPr>
          <a:xfrm xmlns:a="http://schemas.openxmlformats.org/drawingml/2006/main" rot="0" flipH="0" flipV="0">
            <a:off x="4810200" y="1519225"/>
            <a:ext cx="3810000" cy="1333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indent="0" algn="l">
              <a:spcBef>
                <a:spcPts val="0"/>
              </a:spcBef>
              <a:spcAft>
                <a:spcPts val="0"/>
              </a:spcAft>
              <a:buNone/>
            </a:pPr>
            <a:r>
              <a:rPr sz="1295" b="1">
                <a:solidFill>
                  <a:srgbClr val="31394D"/>
                </a:solidFill>
                <a:latin typeface="Roboto"/>
                <a:ea typeface="Roboto"/>
                <a:cs typeface="Roboto"/>
              </a:rPr>
              <a:t>Patient-facing feedback</a:t>
            </a:r>
          </a:p>
          <a:p xmlns:a="http://schemas.openxmlformats.org/drawingml/2006/main">
            <a:pPr marL="457200" indent="-293211" algn="l">
              <a:spcBef>
                <a:spcPts val="600"/>
              </a:spcBef>
              <a:spcAft>
                <a:spcPts val="0"/>
              </a:spcAft>
              <a:buClr>
                <a:srgbClr val="475569"/>
              </a:buClr>
              <a:buSzPts val="1018"/>
              <a:buFont typeface="Roboto"/>
              <a:buChar char="●"/>
            </a:pPr>
            <a:r>
              <a:rPr sz="1018" b="0">
                <a:solidFill>
                  <a:srgbClr val="475569"/>
                </a:solidFill>
                <a:latin typeface="Roboto"/>
                <a:ea typeface="Roboto"/>
                <a:cs typeface="Roboto"/>
              </a:rPr>
              <a:t>Instruction video and current exercise.</a:t>
            </a:r>
          </a:p>
          <a:p xmlns:a="http://schemas.openxmlformats.org/drawingml/2006/main">
            <a:pPr marL="457200" indent="-293211" algn="l">
              <a:spcBef>
                <a:spcPts val="600"/>
              </a:spcBef>
              <a:spcAft>
                <a:spcPts val="0"/>
              </a:spcAft>
              <a:buClr>
                <a:srgbClr val="475569"/>
              </a:buClr>
              <a:buSzPts val="1018"/>
              <a:buFont typeface="Roboto"/>
              <a:buChar char="●"/>
            </a:pPr>
            <a:r>
              <a:rPr sz="1018" b="0">
                <a:solidFill>
                  <a:srgbClr val="475569"/>
                </a:solidFill>
                <a:latin typeface="Roboto"/>
                <a:ea typeface="Roboto"/>
                <a:cs typeface="Roboto"/>
              </a:rPr>
              <a:t>Movement thresholds, score and progress.</a:t>
            </a:r>
          </a:p>
          <a:p xmlns:a="http://schemas.openxmlformats.org/drawingml/2006/main">
            <a:pPr marL="457200" indent="-293211" algn="l">
              <a:spcBef>
                <a:spcPts val="600"/>
              </a:spcBef>
              <a:spcAft>
                <a:spcPts val="0"/>
              </a:spcAft>
              <a:buClr>
                <a:srgbClr val="475569"/>
              </a:buClr>
              <a:buSzPts val="1018"/>
              <a:buFont typeface="Roboto"/>
              <a:buChar char="●"/>
            </a:pPr>
            <a:r>
              <a:rPr sz="1018" b="0">
                <a:solidFill>
                  <a:srgbClr val="475569"/>
                </a:solidFill>
                <a:latin typeface="Roboto"/>
                <a:ea typeface="Roboto"/>
                <a:cs typeface="Roboto"/>
              </a:rPr>
              <a:t>Rewards reinforce correct repetitions.</a:t>
            </a:r>
          </a:p>
        </p:txBody>
      </p:sp>
      <p:pic>
        <p:nvPicPr>
          <p:cNvPr id="140" name="Google Shape;132;p23"/>
          <p:cNvPicPr>
            <a:picLocks xmlns:a="http://schemas.openxmlformats.org/drawingml/2006/main" noChangeAspect="1"/>
          </p:cNvPicPr>
          <p:nvPr/>
        </p:nvPicPr>
        <p:blipFill rotWithShape="1">
          <a:blip xmlns:r="http://schemas.openxmlformats.org/officeDocument/2006/relationships" xmlns:a="http://schemas.openxmlformats.org/drawingml/2006/main" r:embed="R6021ae3897794890">
            <a:alphaModFix/>
          </a:blip>
          <a:srcRect xmlns:a="http://schemas.openxmlformats.org/drawingml/2006/main" l="30" t="0" r="20" b="0"/>
          <a:stretch xmlns:a="http://schemas.openxmlformats.org/drawingml/2006/main"/>
        </p:blipFill>
        <p:spPr>
          <a:xfrm xmlns:a="http://schemas.openxmlformats.org/drawingml/2006/main">
            <a:off x="4667250" y="3138297"/>
            <a:ext cx="4095900" cy="1905000"/>
          </a:xfrm>
          <a:prstGeom xmlns:a="http://schemas.openxmlformats.org/drawingml/2006/main" prst="rect">
            <a:avLst/>
          </a:prstGeom>
          <a:ln xmlns:a="http://schemas.openxmlformats.org/drawingml/2006/main">
            <a:noFill/>
          </a:ln>
        </p:spPr>
      </p:pic>
    </p:spTree>
    <p:extLst>
      <p:ext uri="{BB962C8B-B14F-4D97-AF65-F5344CB8AC3E}">
        <p14:creationId xmlns:p14="http://schemas.microsoft.com/office/powerpoint/2010/main" val="1470884882"/>
      </p:ext>
    </p:extLst>
  </p:cSld>
</p:sld>
</file>

<file path=ppt/slides/slide5.xml><?xml version="1.0" encoding="utf-8"?>
<p:sld xmlns:p="http://schemas.openxmlformats.org/presentationml/2006/main">
  <p:cSld>
    <p:bg>
      <p:bgPr>
        <a:blipFill xmlns:a="http://schemas.openxmlformats.org/drawingml/2006/main">
          <a:blip xmlns:r="http://schemas.openxmlformats.org/officeDocument/2006/relationships" r:embed="Rf42548865a554643">
            <a:alphaModFix/>
          </a:blip>
          <a:stretch>
            <a:fillRect l="0" t="0" r="0" b="0"/>
          </a:stretch>
        </a:blipFill>
      </p:bgPr>
    </p:bg>
    <p:spTree>
      <p:nvGrpSpPr>
        <p:cNvPr id="1" name=""/>
        <p:cNvGrpSpPr/>
        <p:nvPr/>
      </p:nvGrpSpPr>
      <p:grpSpPr>
        <a:xfrm xmlns:a="http://schemas.openxmlformats.org/drawingml/2006/main"/>
      </p:grpSpPr>
      <p:sp>
        <p:nvSpPr>
          <p:cNvPr id="167" name="Google Shape;167;p27">
            <a:extLst xmlns:a="http://schemas.openxmlformats.org/drawingml/2006/main">
              <a:ext uri="{FF2B5EF4-FFF2-40B4-BE49-F238E27FC236}">
                <a16:creationId xmlns:a16="http://schemas.microsoft.com/office/drawing/2014/main" id="{C8388AB8-752B-4D1C-883E-F0C039B85DF1}"/>
              </a:ext>
            </a:extLst>
          </p:cNvPr>
          <p:cNvSpPr>
            <a:spLocks xmlns:a="http://schemas.openxmlformats.org/drawingml/2006/main" noGrp="1"/>
          </p:cNvSpPr>
          <p:nvPr/>
        </p:nvSpPr>
        <p:spPr>
          <a:xfrm xmlns:a="http://schemas.openxmlformats.org/drawingml/2006/main">
            <a:off x="0" y="0"/>
            <a:ext cx="4314000" cy="5143500"/>
          </a:xfrm>
          <a:prstGeom xmlns:a="http://schemas.openxmlformats.org/drawingml/2006/main" prst="rect">
            <a:avLst/>
          </a:prstGeom>
          <a:solidFill xmlns:a="http://schemas.openxmlformats.org/drawingml/2006/main">
            <a:srgbClr val="31394D"/>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168" name="Google Shape;168;p27">
            <a:extLst xmlns:a="http://schemas.openxmlformats.org/drawingml/2006/main">
              <a:ext uri="{FF2B5EF4-FFF2-40B4-BE49-F238E27FC236}">
                <a16:creationId xmlns:a16="http://schemas.microsoft.com/office/drawing/2014/main" id="{554CB23E-D1C5-4C4D-A976-5D5CD5B908BA}"/>
              </a:ext>
            </a:extLst>
          </p:cNvPr>
          <p:cNvSpPr>
            <a:spLocks xmlns:a="http://schemas.openxmlformats.org/drawingml/2006/main" noGrp="1"/>
          </p:cNvSpPr>
          <p:nvPr/>
        </p:nvSpPr>
        <p:spPr>
          <a:xfrm xmlns:a="http://schemas.openxmlformats.org/drawingml/2006/main">
            <a:off x="381000" y="1714500"/>
            <a:ext cx="571500" cy="38100"/>
          </a:xfrm>
          <a:prstGeom xmlns:a="http://schemas.openxmlformats.org/drawingml/2006/main" prst="roundRect">
            <a:avLst>
              <a:gd name="adj" fmla="val 50000"/>
            </a:avLst>
          </a:prstGeom>
          <a:solidFill xmlns:a="http://schemas.openxmlformats.org/drawingml/2006/main">
            <a:srgbClr val="6366F1"/>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169" name="Google Shape;169;p27">
            <a:extLst xmlns:a="http://schemas.openxmlformats.org/drawingml/2006/main">
              <a:ext uri="{FF2B5EF4-FFF2-40B4-BE49-F238E27FC236}">
                <a16:creationId xmlns:a16="http://schemas.microsoft.com/office/drawing/2014/main" id="{B1A3D8C2-D948-49A8-B01A-E6B77CAB1E48}"/>
              </a:ext>
            </a:extLst>
          </p:cNvPr>
          <p:cNvSpPr>
            <a:spLocks xmlns:a="http://schemas.openxmlformats.org/drawingml/2006/main" noGrp="1"/>
          </p:cNvSpPr>
          <p:nvPr>
            <p:ph type="title" idx="0"/>
          </p:nvPr>
        </p:nvSpPr>
        <p:spPr>
          <a:xfrm xmlns:a="http://schemas.openxmlformats.org/drawingml/2006/main">
            <a:off x="304800" y="571500"/>
            <a:ext cx="3705300" cy="1905000"/>
          </a:xfrm>
          <a:prstGeom xmlns:a="http://schemas.openxmlformats.org/drawingml/2006/main" prst="rect">
            <a:avLst/>
          </a:prstGeom>
          <a:solidFill xmlns:a="http://schemas.openxmlformats.org/drawingml/2006/main">
            <a:srgbClr val="000000">
              <a:alpha val="0"/>
            </a:srgbClr>
          </a:solidFill>
          <a:ln xmlns:a="http://schemas.openxmlformats.org/drawingml/2006/main">
            <a:noFill/>
          </a:ln>
        </p:spPr>
        <p:txBody>
          <a:bodyPr xmlns:a="http://schemas.openxmlformats.org/drawingml/2006/main" spcFirstLastPara="1" wrap="square" lIns="95250" tIns="95250" rIns="95250" bIns="95250" anchor="t">
            <a:normAutofit fontScale="100000"/>
          </a:bodyPr>
          <a:lstStyle xmlns:a="http://schemas.openxmlformats.org/drawingml/2006/main"/>
          <a:p xmlns:a="http://schemas.openxmlformats.org/drawingml/2006/main">
            <a:pPr marL="0" indent="0" algn="l">
              <a:spcBef>
                <a:spcPts val="0"/>
              </a:spcBef>
              <a:spcAft>
                <a:spcPts val="0"/>
              </a:spcAft>
              <a:buNone/>
            </a:pPr>
            <a:r>
              <a:t>Recorded</a:t>
            </a:r>
          </a:p>
          <a:p xmlns:a="http://schemas.openxmlformats.org/drawingml/2006/main">
            <a:pPr marL="0" indent="0" algn="l">
              <a:spcBef>
                <a:spcPts val="0"/>
              </a:spcBef>
              <a:spcAft>
                <a:spcPts val="0"/>
              </a:spcAft>
              <a:buNone/>
            </a:pPr>
            <a:r>
              <a:t>physio replay</a:t>
            </a:r>
          </a:p>
        </p:txBody>
      </p:sp>
      <p:pic>
        <p:nvPicPr>
          <p:cNvPr id="174" name="Google Shape;170;p27"/>
          <p:cNvPicPr>
            <a:picLocks xmlns:a="http://schemas.openxmlformats.org/drawingml/2006/main" noChangeAspect="1"/>
          </p:cNvPicPr>
          <p:nvPr/>
        </p:nvPicPr>
        <p:blipFill>
          <a:blip xmlns:r="http://schemas.openxmlformats.org/officeDocument/2006/relationships" xmlns:a="http://schemas.openxmlformats.org/drawingml/2006/main" r:embed="Ra039ab1d84b043f9">
            <a:alphaModFix/>
          </a:blip>
          <a:stretch xmlns:a="http://schemas.openxmlformats.org/drawingml/2006/main">
            <a:fillRect l="0" t="0" r="0" b="0"/>
          </a:stretch>
        </p:blipFill>
        <p:spPr>
          <a:xfrm xmlns:a="http://schemas.openxmlformats.org/drawingml/2006/main" flipH="0" flipV="0">
            <a:off x="4524375" y="266700"/>
            <a:ext cx="4476750" cy="3619500"/>
          </a:xfrm>
          <a:prstGeom xmlns:a="http://schemas.openxmlformats.org/drawingml/2006/main" prst="rect">
            <a:avLst/>
          </a:prstGeom>
          <a:ln xmlns:a="http://schemas.openxmlformats.org/drawingml/2006/main">
            <a:noFill/>
          </a:ln>
        </p:spPr>
      </p:pic>
    </p:spTree>
    <p:extLst>
      <p:ext uri="{BB962C8B-B14F-4D97-AF65-F5344CB8AC3E}">
        <p14:creationId xmlns:p14="http://schemas.microsoft.com/office/powerpoint/2010/main" val="1303833119"/>
      </p:ext>
    </p:extLst>
  </p:cSld>
</p:sld>
</file>

<file path=ppt/theme/theme1.xml><?xml version="1.0" encoding="utf-8"?>
<a:theme xmlns:a="http://schemas.openxmlformats.org/drawingml/2006/main" name="Paradigm">
  <a:themeElements>
    <a:clrScheme name="Paradigm">
      <a:dk1>
        <a:srgbClr val="31394D"/>
      </a:dk1>
      <a:lt1>
        <a:srgbClr val="FFFFFF"/>
      </a:lt1>
      <a:dk2>
        <a:srgbClr val="666666"/>
      </a:dk2>
      <a:lt2>
        <a:srgbClr val="626B73"/>
      </a:lt2>
      <a:accent1>
        <a:srgbClr val="002F4A"/>
      </a:accent1>
      <a:accent2>
        <a:srgbClr val="D9C4B1"/>
      </a:accent2>
      <a:accent3>
        <a:srgbClr val="EDE3DA"/>
      </a:accent3>
      <a:accent4>
        <a:srgbClr val="B85741"/>
      </a:accent4>
      <a:accent5>
        <a:srgbClr val="009384"/>
      </a:accent5>
      <a:accent6>
        <a:srgbClr val="D0F6FF"/>
      </a:accent6>
      <a:hlink>
        <a:srgbClr val="009384"/>
      </a:hlink>
      <a:folHlink>
        <a:srgbClr val="009384"/>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Paradigm">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2026-07-16T18:46:10.2010000Z</dcterms:created>
  <dcterms:modified xsi:type="dcterms:W3CDTF">2026-07-16T18:46:10.2010000Z</dcterms:modified>
</coreProperties>
</file>